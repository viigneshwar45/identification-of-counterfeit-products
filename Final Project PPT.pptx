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79" r:id="rId3"/>
    <p:sldId id="284" r:id="rId4"/>
    <p:sldId id="257" r:id="rId5"/>
    <p:sldId id="258" r:id="rId6"/>
    <p:sldId id="259" r:id="rId7"/>
    <p:sldId id="278" r:id="rId8"/>
    <p:sldId id="262" r:id="rId9"/>
    <p:sldId id="282" r:id="rId10"/>
    <p:sldId id="283" r:id="rId11"/>
    <p:sldId id="292" r:id="rId12"/>
    <p:sldId id="293" r:id="rId13"/>
    <p:sldId id="291" r:id="rId14"/>
    <p:sldId id="276" r:id="rId15"/>
    <p:sldId id="265" r:id="rId16"/>
    <p:sldId id="266" r:id="rId17"/>
    <p:sldId id="274" r:id="rId18"/>
    <p:sldId id="294" r:id="rId19"/>
    <p:sldId id="286" r:id="rId20"/>
    <p:sldId id="288" r:id="rId21"/>
    <p:sldId id="275" r:id="rId22"/>
    <p:sldId id="280"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4D1"/>
    <a:srgbClr val="FFEDB3"/>
    <a:srgbClr val="FFFEFB"/>
    <a:srgbClr val="FFE07D"/>
    <a:srgbClr val="FFE38B"/>
    <a:srgbClr val="EAB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C22A8C-AFEB-48B1-BAC1-B5BECC4EA88A}" v="4" dt="2025-03-23T14:14:23.8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810" autoAdjust="0"/>
  </p:normalViewPr>
  <p:slideViewPr>
    <p:cSldViewPr snapToGrid="0">
      <p:cViewPr varScale="1">
        <p:scale>
          <a:sx n="73" d="100"/>
          <a:sy n="73" d="100"/>
        </p:scale>
        <p:origin x="99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tikonda ruchitha" userId="f21b2d967925fa03" providerId="LiveId" clId="{0DC22A8C-AFEB-48B1-BAC1-B5BECC4EA88A}"/>
    <pc:docChg chg="undo custSel addSld delSld modSld sldOrd">
      <pc:chgData name="thatikonda ruchitha" userId="f21b2d967925fa03" providerId="LiveId" clId="{0DC22A8C-AFEB-48B1-BAC1-B5BECC4EA88A}" dt="2025-03-28T15:49:09.983" v="852" actId="20577"/>
      <pc:docMkLst>
        <pc:docMk/>
      </pc:docMkLst>
      <pc:sldChg chg="modSp mod">
        <pc:chgData name="thatikonda ruchitha" userId="f21b2d967925fa03" providerId="LiveId" clId="{0DC22A8C-AFEB-48B1-BAC1-B5BECC4EA88A}" dt="2025-03-28T14:42:54.783" v="734" actId="20577"/>
        <pc:sldMkLst>
          <pc:docMk/>
          <pc:sldMk cId="1095598964" sldId="256"/>
        </pc:sldMkLst>
        <pc:spChg chg="mod">
          <ac:chgData name="thatikonda ruchitha" userId="f21b2d967925fa03" providerId="LiveId" clId="{0DC22A8C-AFEB-48B1-BAC1-B5BECC4EA88A}" dt="2025-03-28T14:42:54.783" v="734" actId="20577"/>
          <ac:spMkLst>
            <pc:docMk/>
            <pc:sldMk cId="1095598964" sldId="256"/>
            <ac:spMk id="3" creationId="{5C859BFB-AEAF-01B2-720A-CCC5FE80EF23}"/>
          </ac:spMkLst>
        </pc:spChg>
      </pc:sldChg>
      <pc:sldChg chg="modSp mod">
        <pc:chgData name="thatikonda ruchitha" userId="f21b2d967925fa03" providerId="LiveId" clId="{0DC22A8C-AFEB-48B1-BAC1-B5BECC4EA88A}" dt="2025-03-28T15:43:23.614" v="816" actId="255"/>
        <pc:sldMkLst>
          <pc:docMk/>
          <pc:sldMk cId="2285684495" sldId="257"/>
        </pc:sldMkLst>
        <pc:spChg chg="mod">
          <ac:chgData name="thatikonda ruchitha" userId="f21b2d967925fa03" providerId="LiveId" clId="{0DC22A8C-AFEB-48B1-BAC1-B5BECC4EA88A}" dt="2025-03-28T15:43:23.614" v="816" actId="255"/>
          <ac:spMkLst>
            <pc:docMk/>
            <pc:sldMk cId="2285684495" sldId="257"/>
            <ac:spMk id="2" creationId="{B62EB305-7D96-75C7-7665-8F9226BB751B}"/>
          </ac:spMkLst>
        </pc:spChg>
        <pc:spChg chg="mod">
          <ac:chgData name="thatikonda ruchitha" userId="f21b2d967925fa03" providerId="LiveId" clId="{0DC22A8C-AFEB-48B1-BAC1-B5BECC4EA88A}" dt="2025-03-23T14:03:58.372" v="470" actId="2711"/>
          <ac:spMkLst>
            <pc:docMk/>
            <pc:sldMk cId="2285684495" sldId="257"/>
            <ac:spMk id="3" creationId="{51AD6C24-7605-7BEC-4BEA-4E58D6CF8E38}"/>
          </ac:spMkLst>
        </pc:spChg>
      </pc:sldChg>
      <pc:sldChg chg="modSp mod">
        <pc:chgData name="thatikonda ruchitha" userId="f21b2d967925fa03" providerId="LiveId" clId="{0DC22A8C-AFEB-48B1-BAC1-B5BECC4EA88A}" dt="2025-03-28T15:43:32.125" v="817" actId="255"/>
        <pc:sldMkLst>
          <pc:docMk/>
          <pc:sldMk cId="3852759659" sldId="258"/>
        </pc:sldMkLst>
        <pc:spChg chg="mod">
          <ac:chgData name="thatikonda ruchitha" userId="f21b2d967925fa03" providerId="LiveId" clId="{0DC22A8C-AFEB-48B1-BAC1-B5BECC4EA88A}" dt="2025-03-28T15:43:32.125" v="817" actId="255"/>
          <ac:spMkLst>
            <pc:docMk/>
            <pc:sldMk cId="3852759659" sldId="258"/>
            <ac:spMk id="2" creationId="{DF97D0C4-7086-450D-AFF7-6C6F0D619788}"/>
          </ac:spMkLst>
        </pc:spChg>
        <pc:spChg chg="mod">
          <ac:chgData name="thatikonda ruchitha" userId="f21b2d967925fa03" providerId="LiveId" clId="{0DC22A8C-AFEB-48B1-BAC1-B5BECC4EA88A}" dt="2025-03-23T14:03:11.689" v="465" actId="2711"/>
          <ac:spMkLst>
            <pc:docMk/>
            <pc:sldMk cId="3852759659" sldId="258"/>
            <ac:spMk id="3" creationId="{66505DD7-87B8-D0CE-C293-950BBF5C69B5}"/>
          </ac:spMkLst>
        </pc:spChg>
      </pc:sldChg>
      <pc:sldChg chg="modSp mod">
        <pc:chgData name="thatikonda ruchitha" userId="f21b2d967925fa03" providerId="LiveId" clId="{0DC22A8C-AFEB-48B1-BAC1-B5BECC4EA88A}" dt="2025-03-28T15:36:50.545" v="797" actId="2711"/>
        <pc:sldMkLst>
          <pc:docMk/>
          <pc:sldMk cId="3217202886" sldId="259"/>
        </pc:sldMkLst>
        <pc:spChg chg="mod">
          <ac:chgData name="thatikonda ruchitha" userId="f21b2d967925fa03" providerId="LiveId" clId="{0DC22A8C-AFEB-48B1-BAC1-B5BECC4EA88A}" dt="2025-03-28T15:36:50.545" v="797" actId="2711"/>
          <ac:spMkLst>
            <pc:docMk/>
            <pc:sldMk cId="3217202886" sldId="259"/>
            <ac:spMk id="2" creationId="{6D60EC9A-D4D8-1949-3B41-69EC833F3061}"/>
          </ac:spMkLst>
        </pc:spChg>
        <pc:spChg chg="mod">
          <ac:chgData name="thatikonda ruchitha" userId="f21b2d967925fa03" providerId="LiveId" clId="{0DC22A8C-AFEB-48B1-BAC1-B5BECC4EA88A}" dt="2025-03-23T14:02:04.127" v="464" actId="113"/>
          <ac:spMkLst>
            <pc:docMk/>
            <pc:sldMk cId="3217202886" sldId="259"/>
            <ac:spMk id="3" creationId="{AD7610B3-C933-217C-161E-72924686A6E8}"/>
          </ac:spMkLst>
        </pc:spChg>
      </pc:sldChg>
      <pc:sldChg chg="modSp mod">
        <pc:chgData name="thatikonda ruchitha" userId="f21b2d967925fa03" providerId="LiveId" clId="{0DC22A8C-AFEB-48B1-BAC1-B5BECC4EA88A}" dt="2025-03-28T15:43:52.309" v="819" actId="255"/>
        <pc:sldMkLst>
          <pc:docMk/>
          <pc:sldMk cId="410961145" sldId="262"/>
        </pc:sldMkLst>
        <pc:spChg chg="mod">
          <ac:chgData name="thatikonda ruchitha" userId="f21b2d967925fa03" providerId="LiveId" clId="{0DC22A8C-AFEB-48B1-BAC1-B5BECC4EA88A}" dt="2025-03-28T15:43:52.309" v="819" actId="255"/>
          <ac:spMkLst>
            <pc:docMk/>
            <pc:sldMk cId="410961145" sldId="262"/>
            <ac:spMk id="2" creationId="{9F7956B9-875F-0EB6-7AA1-382BB80971E3}"/>
          </ac:spMkLst>
        </pc:spChg>
        <pc:spChg chg="mod">
          <ac:chgData name="thatikonda ruchitha" userId="f21b2d967925fa03" providerId="LiveId" clId="{0DC22A8C-AFEB-48B1-BAC1-B5BECC4EA88A}" dt="2025-03-23T14:01:35.564" v="460" actId="2711"/>
          <ac:spMkLst>
            <pc:docMk/>
            <pc:sldMk cId="410961145" sldId="262"/>
            <ac:spMk id="3" creationId="{686A760D-FB3C-84A6-1E87-432C437ABA10}"/>
          </ac:spMkLst>
        </pc:spChg>
      </pc:sldChg>
      <pc:sldChg chg="addSp delSp modSp mod">
        <pc:chgData name="thatikonda ruchitha" userId="f21b2d967925fa03" providerId="LiveId" clId="{0DC22A8C-AFEB-48B1-BAC1-B5BECC4EA88A}" dt="2025-03-28T15:40:43.124" v="805" actId="2711"/>
        <pc:sldMkLst>
          <pc:docMk/>
          <pc:sldMk cId="2194088050" sldId="265"/>
        </pc:sldMkLst>
        <pc:spChg chg="mod">
          <ac:chgData name="thatikonda ruchitha" userId="f21b2d967925fa03" providerId="LiveId" clId="{0DC22A8C-AFEB-48B1-BAC1-B5BECC4EA88A}" dt="2025-03-28T15:40:43.124" v="805" actId="2711"/>
          <ac:spMkLst>
            <pc:docMk/>
            <pc:sldMk cId="2194088050" sldId="265"/>
            <ac:spMk id="2" creationId="{A9A83B7D-8C94-4314-1AD7-9E7ACB10C77D}"/>
          </ac:spMkLst>
        </pc:spChg>
        <pc:spChg chg="mod">
          <ac:chgData name="thatikonda ruchitha" userId="f21b2d967925fa03" providerId="LiveId" clId="{0DC22A8C-AFEB-48B1-BAC1-B5BECC4EA88A}" dt="2025-03-23T14:16:41.869" v="603" actId="2711"/>
          <ac:spMkLst>
            <pc:docMk/>
            <pc:sldMk cId="2194088050" sldId="265"/>
            <ac:spMk id="4" creationId="{BB266C99-C45B-E186-5D1A-7056031FB814}"/>
          </ac:spMkLst>
        </pc:spChg>
        <pc:picChg chg="add mod">
          <ac:chgData name="thatikonda ruchitha" userId="f21b2d967925fa03" providerId="LiveId" clId="{0DC22A8C-AFEB-48B1-BAC1-B5BECC4EA88A}" dt="2025-03-23T14:08:10.682" v="494" actId="1076"/>
          <ac:picMkLst>
            <pc:docMk/>
            <pc:sldMk cId="2194088050" sldId="265"/>
            <ac:picMk id="8" creationId="{677CB5F4-68B7-28BA-2A96-C8DAF9617FE3}"/>
          </ac:picMkLst>
        </pc:picChg>
      </pc:sldChg>
      <pc:sldChg chg="addSp delSp modSp mod">
        <pc:chgData name="thatikonda ruchitha" userId="f21b2d967925fa03" providerId="LiveId" clId="{0DC22A8C-AFEB-48B1-BAC1-B5BECC4EA88A}" dt="2025-03-28T15:40:52.983" v="806" actId="2711"/>
        <pc:sldMkLst>
          <pc:docMk/>
          <pc:sldMk cId="1393881640" sldId="266"/>
        </pc:sldMkLst>
        <pc:spChg chg="mod">
          <ac:chgData name="thatikonda ruchitha" userId="f21b2d967925fa03" providerId="LiveId" clId="{0DC22A8C-AFEB-48B1-BAC1-B5BECC4EA88A}" dt="2025-03-28T15:40:52.983" v="806" actId="2711"/>
          <ac:spMkLst>
            <pc:docMk/>
            <pc:sldMk cId="1393881640" sldId="266"/>
            <ac:spMk id="2" creationId="{2B639097-F08D-FE51-D946-9ECEA1AD45C3}"/>
          </ac:spMkLst>
        </pc:spChg>
        <pc:spChg chg="mod">
          <ac:chgData name="thatikonda ruchitha" userId="f21b2d967925fa03" providerId="LiveId" clId="{0DC22A8C-AFEB-48B1-BAC1-B5BECC4EA88A}" dt="2025-03-23T14:16:35.395" v="602" actId="2711"/>
          <ac:spMkLst>
            <pc:docMk/>
            <pc:sldMk cId="1393881640" sldId="266"/>
            <ac:spMk id="4" creationId="{A7A9FFC3-CB3A-5EF2-2043-74145F2C9BEB}"/>
          </ac:spMkLst>
        </pc:spChg>
        <pc:picChg chg="add mod">
          <ac:chgData name="thatikonda ruchitha" userId="f21b2d967925fa03" providerId="LiveId" clId="{0DC22A8C-AFEB-48B1-BAC1-B5BECC4EA88A}" dt="2025-03-23T14:09:29.872" v="501" actId="14100"/>
          <ac:picMkLst>
            <pc:docMk/>
            <pc:sldMk cId="1393881640" sldId="266"/>
            <ac:picMk id="7" creationId="{1AECD166-2077-524A-53FD-4CCAF50C2758}"/>
          </ac:picMkLst>
        </pc:picChg>
      </pc:sldChg>
      <pc:sldChg chg="addSp delSp modSp del mod ord">
        <pc:chgData name="thatikonda ruchitha" userId="f21b2d967925fa03" providerId="LiveId" clId="{0DC22A8C-AFEB-48B1-BAC1-B5BECC4EA88A}" dt="2025-03-28T15:46:18.499" v="833" actId="47"/>
        <pc:sldMkLst>
          <pc:docMk/>
          <pc:sldMk cId="3848446477" sldId="267"/>
        </pc:sldMkLst>
        <pc:spChg chg="mod">
          <ac:chgData name="thatikonda ruchitha" userId="f21b2d967925fa03" providerId="LiveId" clId="{0DC22A8C-AFEB-48B1-BAC1-B5BECC4EA88A}" dt="2025-03-28T15:46:13.043" v="831" actId="6549"/>
          <ac:spMkLst>
            <pc:docMk/>
            <pc:sldMk cId="3848446477" sldId="267"/>
            <ac:spMk id="2" creationId="{3BEB81BA-8611-01ED-2179-61856502A501}"/>
          </ac:spMkLst>
        </pc:spChg>
        <pc:spChg chg="mod">
          <ac:chgData name="thatikonda ruchitha" userId="f21b2d967925fa03" providerId="LiveId" clId="{0DC22A8C-AFEB-48B1-BAC1-B5BECC4EA88A}" dt="2025-03-28T15:46:15.479" v="832" actId="6549"/>
          <ac:spMkLst>
            <pc:docMk/>
            <pc:sldMk cId="3848446477" sldId="267"/>
            <ac:spMk id="4" creationId="{72DF89AC-D669-5F34-4C56-D9E34A19B1E0}"/>
          </ac:spMkLst>
        </pc:spChg>
        <pc:spChg chg="add mod">
          <ac:chgData name="thatikonda ruchitha" userId="f21b2d967925fa03" providerId="LiveId" clId="{0DC22A8C-AFEB-48B1-BAC1-B5BECC4EA88A}" dt="2025-03-28T15:46:09.774" v="830" actId="478"/>
          <ac:spMkLst>
            <pc:docMk/>
            <pc:sldMk cId="3848446477" sldId="267"/>
            <ac:spMk id="5" creationId="{9A667171-749B-107F-1A34-73CC660E38BE}"/>
          </ac:spMkLst>
        </pc:spChg>
        <pc:picChg chg="add del mod">
          <ac:chgData name="thatikonda ruchitha" userId="f21b2d967925fa03" providerId="LiveId" clId="{0DC22A8C-AFEB-48B1-BAC1-B5BECC4EA88A}" dt="2025-03-28T15:46:09.774" v="830" actId="478"/>
          <ac:picMkLst>
            <pc:docMk/>
            <pc:sldMk cId="3848446477" sldId="267"/>
            <ac:picMk id="8" creationId="{2957957E-328A-201F-1C1C-32A0C950FF7D}"/>
          </ac:picMkLst>
        </pc:picChg>
      </pc:sldChg>
      <pc:sldChg chg="addSp delSp modSp mod">
        <pc:chgData name="thatikonda ruchitha" userId="f21b2d967925fa03" providerId="LiveId" clId="{0DC22A8C-AFEB-48B1-BAC1-B5BECC4EA88A}" dt="2025-03-28T15:41:01.018" v="807" actId="2711"/>
        <pc:sldMkLst>
          <pc:docMk/>
          <pc:sldMk cId="262870232" sldId="274"/>
        </pc:sldMkLst>
        <pc:spChg chg="mod">
          <ac:chgData name="thatikonda ruchitha" userId="f21b2d967925fa03" providerId="LiveId" clId="{0DC22A8C-AFEB-48B1-BAC1-B5BECC4EA88A}" dt="2025-03-28T15:41:01.018" v="807" actId="2711"/>
          <ac:spMkLst>
            <pc:docMk/>
            <pc:sldMk cId="262870232" sldId="274"/>
            <ac:spMk id="2" creationId="{0B86C386-C764-7436-B84E-074F1C3E6435}"/>
          </ac:spMkLst>
        </pc:spChg>
        <pc:spChg chg="mod">
          <ac:chgData name="thatikonda ruchitha" userId="f21b2d967925fa03" providerId="LiveId" clId="{0DC22A8C-AFEB-48B1-BAC1-B5BECC4EA88A}" dt="2025-03-23T14:16:18.635" v="599" actId="255"/>
          <ac:spMkLst>
            <pc:docMk/>
            <pc:sldMk cId="262870232" sldId="274"/>
            <ac:spMk id="4" creationId="{3B5F7EA9-B5C8-6776-7D76-538D94659671}"/>
          </ac:spMkLst>
        </pc:spChg>
        <pc:picChg chg="add mod">
          <ac:chgData name="thatikonda ruchitha" userId="f21b2d967925fa03" providerId="LiveId" clId="{0DC22A8C-AFEB-48B1-BAC1-B5BECC4EA88A}" dt="2025-03-23T14:14:41.999" v="555" actId="14100"/>
          <ac:picMkLst>
            <pc:docMk/>
            <pc:sldMk cId="262870232" sldId="274"/>
            <ac:picMk id="7" creationId="{96D8E8A9-3005-3186-95B0-D15F6118E1CB}"/>
          </ac:picMkLst>
        </pc:picChg>
      </pc:sldChg>
      <pc:sldChg chg="modSp mod">
        <pc:chgData name="thatikonda ruchitha" userId="f21b2d967925fa03" providerId="LiveId" clId="{0DC22A8C-AFEB-48B1-BAC1-B5BECC4EA88A}" dt="2025-03-28T15:45:12.547" v="828" actId="255"/>
        <pc:sldMkLst>
          <pc:docMk/>
          <pc:sldMk cId="663252775" sldId="275"/>
        </pc:sldMkLst>
        <pc:spChg chg="mod">
          <ac:chgData name="thatikonda ruchitha" userId="f21b2d967925fa03" providerId="LiveId" clId="{0DC22A8C-AFEB-48B1-BAC1-B5BECC4EA88A}" dt="2025-03-28T15:45:12.547" v="828" actId="255"/>
          <ac:spMkLst>
            <pc:docMk/>
            <pc:sldMk cId="663252775" sldId="275"/>
            <ac:spMk id="2" creationId="{4C6F0806-ABB3-D222-D2EB-EF325C12E4E4}"/>
          </ac:spMkLst>
        </pc:spChg>
        <pc:spChg chg="mod">
          <ac:chgData name="thatikonda ruchitha" userId="f21b2d967925fa03" providerId="LiveId" clId="{0DC22A8C-AFEB-48B1-BAC1-B5BECC4EA88A}" dt="2025-03-23T14:05:40.894" v="480" actId="2711"/>
          <ac:spMkLst>
            <pc:docMk/>
            <pc:sldMk cId="663252775" sldId="275"/>
            <ac:spMk id="3" creationId="{BE39129C-874D-5EEE-E395-8EC94A24B9B8}"/>
          </ac:spMkLst>
        </pc:spChg>
      </pc:sldChg>
      <pc:sldChg chg="modSp mod">
        <pc:chgData name="thatikonda ruchitha" userId="f21b2d967925fa03" providerId="LiveId" clId="{0DC22A8C-AFEB-48B1-BAC1-B5BECC4EA88A}" dt="2025-03-28T15:38:05.428" v="804" actId="2711"/>
        <pc:sldMkLst>
          <pc:docMk/>
          <pc:sldMk cId="1870109319" sldId="276"/>
        </pc:sldMkLst>
        <pc:spChg chg="mod">
          <ac:chgData name="thatikonda ruchitha" userId="f21b2d967925fa03" providerId="LiveId" clId="{0DC22A8C-AFEB-48B1-BAC1-B5BECC4EA88A}" dt="2025-03-28T15:38:05.428" v="804" actId="2711"/>
          <ac:spMkLst>
            <pc:docMk/>
            <pc:sldMk cId="1870109319" sldId="276"/>
            <ac:spMk id="2" creationId="{B2986474-2260-3E57-A676-7AE9590F6924}"/>
          </ac:spMkLst>
        </pc:spChg>
      </pc:sldChg>
      <pc:sldChg chg="modSp mod">
        <pc:chgData name="thatikonda ruchitha" userId="f21b2d967925fa03" providerId="LiveId" clId="{0DC22A8C-AFEB-48B1-BAC1-B5BECC4EA88A}" dt="2025-03-28T15:42:06.937" v="813" actId="2711"/>
        <pc:sldMkLst>
          <pc:docMk/>
          <pc:sldMk cId="259685876" sldId="277"/>
        </pc:sldMkLst>
        <pc:spChg chg="mod">
          <ac:chgData name="thatikonda ruchitha" userId="f21b2d967925fa03" providerId="LiveId" clId="{0DC22A8C-AFEB-48B1-BAC1-B5BECC4EA88A}" dt="2025-03-28T15:42:06.937" v="813" actId="2711"/>
          <ac:spMkLst>
            <pc:docMk/>
            <pc:sldMk cId="259685876" sldId="277"/>
            <ac:spMk id="2" creationId="{20780B5E-5F2C-B4AE-AE97-253E42CF45E7}"/>
          </ac:spMkLst>
        </pc:spChg>
      </pc:sldChg>
      <pc:sldChg chg="modSp mod">
        <pc:chgData name="thatikonda ruchitha" userId="f21b2d967925fa03" providerId="LiveId" clId="{0DC22A8C-AFEB-48B1-BAC1-B5BECC4EA88A}" dt="2025-03-28T15:43:43.594" v="818" actId="255"/>
        <pc:sldMkLst>
          <pc:docMk/>
          <pc:sldMk cId="2354236944" sldId="278"/>
        </pc:sldMkLst>
        <pc:spChg chg="mod">
          <ac:chgData name="thatikonda ruchitha" userId="f21b2d967925fa03" providerId="LiveId" clId="{0DC22A8C-AFEB-48B1-BAC1-B5BECC4EA88A}" dt="2025-03-28T15:43:43.594" v="818" actId="255"/>
          <ac:spMkLst>
            <pc:docMk/>
            <pc:sldMk cId="2354236944" sldId="278"/>
            <ac:spMk id="2" creationId="{44720D5E-D692-3BD1-2732-B8BBED3F35DC}"/>
          </ac:spMkLst>
        </pc:spChg>
        <pc:spChg chg="mod">
          <ac:chgData name="thatikonda ruchitha" userId="f21b2d967925fa03" providerId="LiveId" clId="{0DC22A8C-AFEB-48B1-BAC1-B5BECC4EA88A}" dt="2025-03-28T14:44:15.497" v="745" actId="20577"/>
          <ac:spMkLst>
            <pc:docMk/>
            <pc:sldMk cId="2354236944" sldId="278"/>
            <ac:spMk id="3" creationId="{44DA8D69-CB77-E9AC-B744-5916B5003692}"/>
          </ac:spMkLst>
        </pc:spChg>
      </pc:sldChg>
      <pc:sldChg chg="modSp mod">
        <pc:chgData name="thatikonda ruchitha" userId="f21b2d967925fa03" providerId="LiveId" clId="{0DC22A8C-AFEB-48B1-BAC1-B5BECC4EA88A}" dt="2025-03-28T15:49:09.983" v="852" actId="20577"/>
        <pc:sldMkLst>
          <pc:docMk/>
          <pc:sldMk cId="2950146711" sldId="279"/>
        </pc:sldMkLst>
        <pc:spChg chg="mod">
          <ac:chgData name="thatikonda ruchitha" userId="f21b2d967925fa03" providerId="LiveId" clId="{0DC22A8C-AFEB-48B1-BAC1-B5BECC4EA88A}" dt="2025-03-28T15:43:06.678" v="814" actId="255"/>
          <ac:spMkLst>
            <pc:docMk/>
            <pc:sldMk cId="2950146711" sldId="279"/>
            <ac:spMk id="2" creationId="{E6E0642E-7EA1-06B0-D382-89642FDB921E}"/>
          </ac:spMkLst>
        </pc:spChg>
        <pc:spChg chg="mod">
          <ac:chgData name="thatikonda ruchitha" userId="f21b2d967925fa03" providerId="LiveId" clId="{0DC22A8C-AFEB-48B1-BAC1-B5BECC4EA88A}" dt="2025-03-28T15:49:09.983" v="852" actId="20577"/>
          <ac:spMkLst>
            <pc:docMk/>
            <pc:sldMk cId="2950146711" sldId="279"/>
            <ac:spMk id="3" creationId="{6802821B-E712-A52A-B0DA-725BC6F3F03B}"/>
          </ac:spMkLst>
        </pc:spChg>
      </pc:sldChg>
      <pc:sldChg chg="modSp mod">
        <pc:chgData name="thatikonda ruchitha" userId="f21b2d967925fa03" providerId="LiveId" clId="{0DC22A8C-AFEB-48B1-BAC1-B5BECC4EA88A}" dt="2025-03-28T15:45:20.702" v="829" actId="255"/>
        <pc:sldMkLst>
          <pc:docMk/>
          <pc:sldMk cId="2552630591" sldId="280"/>
        </pc:sldMkLst>
        <pc:spChg chg="mod">
          <ac:chgData name="thatikonda ruchitha" userId="f21b2d967925fa03" providerId="LiveId" clId="{0DC22A8C-AFEB-48B1-BAC1-B5BECC4EA88A}" dt="2025-03-28T15:45:20.702" v="829" actId="255"/>
          <ac:spMkLst>
            <pc:docMk/>
            <pc:sldMk cId="2552630591" sldId="280"/>
            <ac:spMk id="2" creationId="{AF810EB0-789B-A606-2749-467FC8DE615B}"/>
          </ac:spMkLst>
        </pc:spChg>
        <pc:spChg chg="mod">
          <ac:chgData name="thatikonda ruchitha" userId="f21b2d967925fa03" providerId="LiveId" clId="{0DC22A8C-AFEB-48B1-BAC1-B5BECC4EA88A}" dt="2025-03-23T14:06:12.153" v="489" actId="20577"/>
          <ac:spMkLst>
            <pc:docMk/>
            <pc:sldMk cId="2552630591" sldId="280"/>
            <ac:spMk id="3" creationId="{78CC4EF8-2940-27E5-FDFA-ECEF8E9D290B}"/>
          </ac:spMkLst>
        </pc:spChg>
      </pc:sldChg>
      <pc:sldChg chg="modSp mod">
        <pc:chgData name="thatikonda ruchitha" userId="f21b2d967925fa03" providerId="LiveId" clId="{0DC22A8C-AFEB-48B1-BAC1-B5BECC4EA88A}" dt="2025-03-28T15:43:59.302" v="820" actId="255"/>
        <pc:sldMkLst>
          <pc:docMk/>
          <pc:sldMk cId="2844552646" sldId="282"/>
        </pc:sldMkLst>
        <pc:spChg chg="mod">
          <ac:chgData name="thatikonda ruchitha" userId="f21b2d967925fa03" providerId="LiveId" clId="{0DC22A8C-AFEB-48B1-BAC1-B5BECC4EA88A}" dt="2025-03-28T15:43:59.302" v="820" actId="255"/>
          <ac:spMkLst>
            <pc:docMk/>
            <pc:sldMk cId="2844552646" sldId="282"/>
            <ac:spMk id="2" creationId="{87CF3DD6-ED72-BD6A-6121-1008FB63D793}"/>
          </ac:spMkLst>
        </pc:spChg>
        <pc:spChg chg="mod">
          <ac:chgData name="thatikonda ruchitha" userId="f21b2d967925fa03" providerId="LiveId" clId="{0DC22A8C-AFEB-48B1-BAC1-B5BECC4EA88A}" dt="2025-03-23T14:17:17.247" v="605" actId="20577"/>
          <ac:spMkLst>
            <pc:docMk/>
            <pc:sldMk cId="2844552646" sldId="282"/>
            <ac:spMk id="3" creationId="{8CDB3637-7B13-B5BC-BBCA-795B5C45BB17}"/>
          </ac:spMkLst>
        </pc:spChg>
      </pc:sldChg>
      <pc:sldChg chg="modSp mod">
        <pc:chgData name="thatikonda ruchitha" userId="f21b2d967925fa03" providerId="LiveId" clId="{0DC22A8C-AFEB-48B1-BAC1-B5BECC4EA88A}" dt="2025-03-28T15:44:07.961" v="821" actId="255"/>
        <pc:sldMkLst>
          <pc:docMk/>
          <pc:sldMk cId="387374201" sldId="283"/>
        </pc:sldMkLst>
        <pc:spChg chg="mod">
          <ac:chgData name="thatikonda ruchitha" userId="f21b2d967925fa03" providerId="LiveId" clId="{0DC22A8C-AFEB-48B1-BAC1-B5BECC4EA88A}" dt="2025-03-28T15:44:07.961" v="821" actId="255"/>
          <ac:spMkLst>
            <pc:docMk/>
            <pc:sldMk cId="387374201" sldId="283"/>
            <ac:spMk id="2" creationId="{ADE22A14-9470-6915-2BD2-F901F7A85485}"/>
          </ac:spMkLst>
        </pc:spChg>
        <pc:spChg chg="mod">
          <ac:chgData name="thatikonda ruchitha" userId="f21b2d967925fa03" providerId="LiveId" clId="{0DC22A8C-AFEB-48B1-BAC1-B5BECC4EA88A}" dt="2025-03-23T14:01:05.254" v="457" actId="2710"/>
          <ac:spMkLst>
            <pc:docMk/>
            <pc:sldMk cId="387374201" sldId="283"/>
            <ac:spMk id="3" creationId="{05097435-9718-FA33-24BF-0C563751F83F}"/>
          </ac:spMkLst>
        </pc:spChg>
      </pc:sldChg>
      <pc:sldChg chg="modSp mod">
        <pc:chgData name="thatikonda ruchitha" userId="f21b2d967925fa03" providerId="LiveId" clId="{0DC22A8C-AFEB-48B1-BAC1-B5BECC4EA88A}" dt="2025-03-28T15:43:14.500" v="815" actId="255"/>
        <pc:sldMkLst>
          <pc:docMk/>
          <pc:sldMk cId="3980788710" sldId="284"/>
        </pc:sldMkLst>
        <pc:spChg chg="mod">
          <ac:chgData name="thatikonda ruchitha" userId="f21b2d967925fa03" providerId="LiveId" clId="{0DC22A8C-AFEB-48B1-BAC1-B5BECC4EA88A}" dt="2025-03-28T15:43:14.500" v="815" actId="255"/>
          <ac:spMkLst>
            <pc:docMk/>
            <pc:sldMk cId="3980788710" sldId="284"/>
            <ac:spMk id="2" creationId="{E5C8C5C1-EA91-00BB-2E49-5DB1F014EB91}"/>
          </ac:spMkLst>
        </pc:spChg>
        <pc:spChg chg="mod">
          <ac:chgData name="thatikonda ruchitha" userId="f21b2d967925fa03" providerId="LiveId" clId="{0DC22A8C-AFEB-48B1-BAC1-B5BECC4EA88A}" dt="2025-03-23T14:03:47.313" v="469" actId="2711"/>
          <ac:spMkLst>
            <pc:docMk/>
            <pc:sldMk cId="3980788710" sldId="284"/>
            <ac:spMk id="3" creationId="{8D0DEB7D-9E03-AD47-E716-645F8A7E7F84}"/>
          </ac:spMkLst>
        </pc:spChg>
      </pc:sldChg>
      <pc:sldChg chg="modSp mod">
        <pc:chgData name="thatikonda ruchitha" userId="f21b2d967925fa03" providerId="LiveId" clId="{0DC22A8C-AFEB-48B1-BAC1-B5BECC4EA88A}" dt="2025-03-28T15:44:56.433" v="826" actId="255"/>
        <pc:sldMkLst>
          <pc:docMk/>
          <pc:sldMk cId="3777199191" sldId="286"/>
        </pc:sldMkLst>
        <pc:spChg chg="mod">
          <ac:chgData name="thatikonda ruchitha" userId="f21b2d967925fa03" providerId="LiveId" clId="{0DC22A8C-AFEB-48B1-BAC1-B5BECC4EA88A}" dt="2025-03-28T15:44:56.433" v="826" actId="255"/>
          <ac:spMkLst>
            <pc:docMk/>
            <pc:sldMk cId="3777199191" sldId="286"/>
            <ac:spMk id="2" creationId="{279E9AE1-6CC8-5916-FAA3-C9CCDB71DDE2}"/>
          </ac:spMkLst>
        </pc:spChg>
        <pc:spChg chg="mod">
          <ac:chgData name="thatikonda ruchitha" userId="f21b2d967925fa03" providerId="LiveId" clId="{0DC22A8C-AFEB-48B1-BAC1-B5BECC4EA88A}" dt="2025-03-23T14:16:59.761" v="604" actId="255"/>
          <ac:spMkLst>
            <pc:docMk/>
            <pc:sldMk cId="3777199191" sldId="286"/>
            <ac:spMk id="3" creationId="{253E750E-8A60-E546-F779-B56130AC0E92}"/>
          </ac:spMkLst>
        </pc:spChg>
      </pc:sldChg>
      <pc:sldChg chg="modSp mod">
        <pc:chgData name="thatikonda ruchitha" userId="f21b2d967925fa03" providerId="LiveId" clId="{0DC22A8C-AFEB-48B1-BAC1-B5BECC4EA88A}" dt="2025-03-28T15:45:05.238" v="827" actId="255"/>
        <pc:sldMkLst>
          <pc:docMk/>
          <pc:sldMk cId="4230810803" sldId="288"/>
        </pc:sldMkLst>
        <pc:spChg chg="mod">
          <ac:chgData name="thatikonda ruchitha" userId="f21b2d967925fa03" providerId="LiveId" clId="{0DC22A8C-AFEB-48B1-BAC1-B5BECC4EA88A}" dt="2025-03-28T15:45:05.238" v="827" actId="255"/>
          <ac:spMkLst>
            <pc:docMk/>
            <pc:sldMk cId="4230810803" sldId="288"/>
            <ac:spMk id="2" creationId="{A62F8692-0A1C-0D04-F725-5A4F66D84138}"/>
          </ac:spMkLst>
        </pc:spChg>
      </pc:sldChg>
      <pc:sldChg chg="modSp mod">
        <pc:chgData name="thatikonda ruchitha" userId="f21b2d967925fa03" providerId="LiveId" clId="{0DC22A8C-AFEB-48B1-BAC1-B5BECC4EA88A}" dt="2025-03-28T15:44:31.756" v="824" actId="255"/>
        <pc:sldMkLst>
          <pc:docMk/>
          <pc:sldMk cId="494069811" sldId="291"/>
        </pc:sldMkLst>
        <pc:spChg chg="mod">
          <ac:chgData name="thatikonda ruchitha" userId="f21b2d967925fa03" providerId="LiveId" clId="{0DC22A8C-AFEB-48B1-BAC1-B5BECC4EA88A}" dt="2025-03-28T15:44:31.756" v="824" actId="255"/>
          <ac:spMkLst>
            <pc:docMk/>
            <pc:sldMk cId="494069811" sldId="291"/>
            <ac:spMk id="2" creationId="{EB16F7A2-E5E6-19B8-B2C7-D288312DBF01}"/>
          </ac:spMkLst>
        </pc:spChg>
      </pc:sldChg>
      <pc:sldChg chg="modSp mod">
        <pc:chgData name="thatikonda ruchitha" userId="f21b2d967925fa03" providerId="LiveId" clId="{0DC22A8C-AFEB-48B1-BAC1-B5BECC4EA88A}" dt="2025-03-28T15:44:16.031" v="822" actId="255"/>
        <pc:sldMkLst>
          <pc:docMk/>
          <pc:sldMk cId="3283477210" sldId="292"/>
        </pc:sldMkLst>
        <pc:spChg chg="mod">
          <ac:chgData name="thatikonda ruchitha" userId="f21b2d967925fa03" providerId="LiveId" clId="{0DC22A8C-AFEB-48B1-BAC1-B5BECC4EA88A}" dt="2025-03-28T15:44:16.031" v="822" actId="255"/>
          <ac:spMkLst>
            <pc:docMk/>
            <pc:sldMk cId="3283477210" sldId="292"/>
            <ac:spMk id="2" creationId="{9A5B89B1-8BFF-ABAB-2EBF-3455A58A023B}"/>
          </ac:spMkLst>
        </pc:spChg>
        <pc:spChg chg="mod">
          <ac:chgData name="thatikonda ruchitha" userId="f21b2d967925fa03" providerId="LiveId" clId="{0DC22A8C-AFEB-48B1-BAC1-B5BECC4EA88A}" dt="2025-03-23T14:00:47.904" v="454" actId="27636"/>
          <ac:spMkLst>
            <pc:docMk/>
            <pc:sldMk cId="3283477210" sldId="292"/>
            <ac:spMk id="3" creationId="{C537F872-AFB9-9D03-78D9-81CC23D6F6A1}"/>
          </ac:spMkLst>
        </pc:spChg>
      </pc:sldChg>
      <pc:sldChg chg="modSp mod">
        <pc:chgData name="thatikonda ruchitha" userId="f21b2d967925fa03" providerId="LiveId" clId="{0DC22A8C-AFEB-48B1-BAC1-B5BECC4EA88A}" dt="2025-03-28T15:44:24.190" v="823" actId="255"/>
        <pc:sldMkLst>
          <pc:docMk/>
          <pc:sldMk cId="1421655999" sldId="293"/>
        </pc:sldMkLst>
        <pc:spChg chg="mod">
          <ac:chgData name="thatikonda ruchitha" userId="f21b2d967925fa03" providerId="LiveId" clId="{0DC22A8C-AFEB-48B1-BAC1-B5BECC4EA88A}" dt="2025-03-28T15:44:24.190" v="823" actId="255"/>
          <ac:spMkLst>
            <pc:docMk/>
            <pc:sldMk cId="1421655999" sldId="293"/>
            <ac:spMk id="2" creationId="{BBF4B427-A642-D6D5-F037-A02141EF1D9F}"/>
          </ac:spMkLst>
        </pc:spChg>
        <pc:spChg chg="mod">
          <ac:chgData name="thatikonda ruchitha" userId="f21b2d967925fa03" providerId="LiveId" clId="{0DC22A8C-AFEB-48B1-BAC1-B5BECC4EA88A}" dt="2025-03-23T14:00:24.431" v="450" actId="27636"/>
          <ac:spMkLst>
            <pc:docMk/>
            <pc:sldMk cId="1421655999" sldId="293"/>
            <ac:spMk id="3" creationId="{B8177522-FE8E-C7B7-A660-EFFF9042D776}"/>
          </ac:spMkLst>
        </pc:spChg>
      </pc:sldChg>
      <pc:sldChg chg="modSp new mod">
        <pc:chgData name="thatikonda ruchitha" userId="f21b2d967925fa03" providerId="LiveId" clId="{0DC22A8C-AFEB-48B1-BAC1-B5BECC4EA88A}" dt="2025-03-28T15:44:48.572" v="825" actId="255"/>
        <pc:sldMkLst>
          <pc:docMk/>
          <pc:sldMk cId="2557347091" sldId="294"/>
        </pc:sldMkLst>
        <pc:spChg chg="mod">
          <ac:chgData name="thatikonda ruchitha" userId="f21b2d967925fa03" providerId="LiveId" clId="{0DC22A8C-AFEB-48B1-BAC1-B5BECC4EA88A}" dt="2025-03-28T15:44:48.572" v="825" actId="255"/>
          <ac:spMkLst>
            <pc:docMk/>
            <pc:sldMk cId="2557347091" sldId="294"/>
            <ac:spMk id="2" creationId="{BFEA0175-7904-23FB-B3AC-F8503E1F97BF}"/>
          </ac:spMkLst>
        </pc:spChg>
        <pc:spChg chg="mod">
          <ac:chgData name="thatikonda ruchitha" userId="f21b2d967925fa03" providerId="LiveId" clId="{0DC22A8C-AFEB-48B1-BAC1-B5BECC4EA88A}" dt="2025-03-28T15:34:34.133" v="791" actId="113"/>
          <ac:spMkLst>
            <pc:docMk/>
            <pc:sldMk cId="2557347091" sldId="294"/>
            <ac:spMk id="3" creationId="{D71FAB05-CA65-9A48-1504-2374E76B6E4F}"/>
          </ac:spMkLst>
        </pc:spChg>
      </pc:sldChg>
      <pc:sldChg chg="modSp new del mod">
        <pc:chgData name="thatikonda ruchitha" userId="f21b2d967925fa03" providerId="LiveId" clId="{0DC22A8C-AFEB-48B1-BAC1-B5BECC4EA88A}" dt="2025-03-28T15:25:15.349" v="755" actId="47"/>
        <pc:sldMkLst>
          <pc:docMk/>
          <pc:sldMk cId="4005244463" sldId="294"/>
        </pc:sldMkLst>
        <pc:spChg chg="mod">
          <ac:chgData name="thatikonda ruchitha" userId="f21b2d967925fa03" providerId="LiveId" clId="{0DC22A8C-AFEB-48B1-BAC1-B5BECC4EA88A}" dt="2025-03-28T15:23:29.617" v="754" actId="20577"/>
          <ac:spMkLst>
            <pc:docMk/>
            <pc:sldMk cId="4005244463" sldId="294"/>
            <ac:spMk id="2" creationId="{5B443A5C-0F52-2A60-2915-FF95AB68F687}"/>
          </ac:spMkLst>
        </pc:spChg>
      </pc:sldChg>
    </pc:docChg>
  </pc:docChgLst>
  <pc:docChgLst>
    <pc:chgData name="thatikonda ruchitha" userId="f21b2d967925fa03" providerId="LiveId" clId="{C71198F1-3E43-436C-922B-FC34D1145A25}"/>
    <pc:docChg chg="undo custSel addSld delSld modSld sldOrd">
      <pc:chgData name="thatikonda ruchitha" userId="f21b2d967925fa03" providerId="LiveId" clId="{C71198F1-3E43-436C-922B-FC34D1145A25}" dt="2025-01-19T16:31:57.381" v="10385" actId="207"/>
      <pc:docMkLst>
        <pc:docMk/>
      </pc:docMkLst>
      <pc:sldChg chg="addSp delSp modSp mod">
        <pc:chgData name="thatikonda ruchitha" userId="f21b2d967925fa03" providerId="LiveId" clId="{C71198F1-3E43-436C-922B-FC34D1145A25}" dt="2025-01-19T16:31:57.381" v="10385" actId="207"/>
        <pc:sldMkLst>
          <pc:docMk/>
          <pc:sldMk cId="1095598964" sldId="256"/>
        </pc:sldMkLst>
        <pc:spChg chg="mod">
          <ac:chgData name="thatikonda ruchitha" userId="f21b2d967925fa03" providerId="LiveId" clId="{C71198F1-3E43-436C-922B-FC34D1145A25}" dt="2025-01-19T13:23:08.211" v="10354" actId="14100"/>
          <ac:spMkLst>
            <pc:docMk/>
            <pc:sldMk cId="1095598964" sldId="256"/>
            <ac:spMk id="2" creationId="{8D148914-CE56-1A7F-734F-F06424008D94}"/>
          </ac:spMkLst>
        </pc:spChg>
        <pc:spChg chg="mod">
          <ac:chgData name="thatikonda ruchitha" userId="f21b2d967925fa03" providerId="LiveId" clId="{C71198F1-3E43-436C-922B-FC34D1145A25}" dt="2025-01-19T16:31:57.381" v="10385" actId="207"/>
          <ac:spMkLst>
            <pc:docMk/>
            <pc:sldMk cId="1095598964" sldId="256"/>
            <ac:spMk id="3" creationId="{5C859BFB-AEAF-01B2-720A-CCC5FE80EF23}"/>
          </ac:spMkLst>
        </pc:spChg>
      </pc:sldChg>
      <pc:sldChg chg="modSp mod">
        <pc:chgData name="thatikonda ruchitha" userId="f21b2d967925fa03" providerId="LiveId" clId="{C71198F1-3E43-436C-922B-FC34D1145A25}" dt="2025-01-08T15:38:56.692" v="10309" actId="1076"/>
        <pc:sldMkLst>
          <pc:docMk/>
          <pc:sldMk cId="2285684495" sldId="257"/>
        </pc:sldMkLst>
        <pc:spChg chg="mod">
          <ac:chgData name="thatikonda ruchitha" userId="f21b2d967925fa03" providerId="LiveId" clId="{C71198F1-3E43-436C-922B-FC34D1145A25}" dt="2025-01-05T12:27:36.452" v="7462" actId="20577"/>
          <ac:spMkLst>
            <pc:docMk/>
            <pc:sldMk cId="2285684495" sldId="257"/>
            <ac:spMk id="2" creationId="{B62EB305-7D96-75C7-7665-8F9226BB751B}"/>
          </ac:spMkLst>
        </pc:spChg>
        <pc:spChg chg="mod">
          <ac:chgData name="thatikonda ruchitha" userId="f21b2d967925fa03" providerId="LiveId" clId="{C71198F1-3E43-436C-922B-FC34D1145A25}" dt="2025-01-08T15:38:56.692" v="10309" actId="1076"/>
          <ac:spMkLst>
            <pc:docMk/>
            <pc:sldMk cId="2285684495" sldId="257"/>
            <ac:spMk id="3" creationId="{51AD6C24-7605-7BEC-4BEA-4E58D6CF8E38}"/>
          </ac:spMkLst>
        </pc:spChg>
      </pc:sldChg>
      <pc:sldChg chg="modSp mod">
        <pc:chgData name="thatikonda ruchitha" userId="f21b2d967925fa03" providerId="LiveId" clId="{C71198F1-3E43-436C-922B-FC34D1145A25}" dt="2025-01-08T15:39:03.187" v="10310" actId="1076"/>
        <pc:sldMkLst>
          <pc:docMk/>
          <pc:sldMk cId="3852759659" sldId="258"/>
        </pc:sldMkLst>
        <pc:spChg chg="mod">
          <ac:chgData name="thatikonda ruchitha" userId="f21b2d967925fa03" providerId="LiveId" clId="{C71198F1-3E43-436C-922B-FC34D1145A25}" dt="2025-01-08T15:39:03.187" v="10310" actId="1076"/>
          <ac:spMkLst>
            <pc:docMk/>
            <pc:sldMk cId="3852759659" sldId="258"/>
            <ac:spMk id="3" creationId="{66505DD7-87B8-D0CE-C293-950BBF5C69B5}"/>
          </ac:spMkLst>
        </pc:spChg>
      </pc:sldChg>
      <pc:sldChg chg="modSp mod">
        <pc:chgData name="thatikonda ruchitha" userId="f21b2d967925fa03" providerId="LiveId" clId="{C71198F1-3E43-436C-922B-FC34D1145A25}" dt="2025-01-08T15:23:00.509" v="9808" actId="27636"/>
        <pc:sldMkLst>
          <pc:docMk/>
          <pc:sldMk cId="3217202886" sldId="259"/>
        </pc:sldMkLst>
        <pc:spChg chg="mod">
          <ac:chgData name="thatikonda ruchitha" userId="f21b2d967925fa03" providerId="LiveId" clId="{C71198F1-3E43-436C-922B-FC34D1145A25}" dt="2025-01-08T15:23:00.509" v="9808" actId="27636"/>
          <ac:spMkLst>
            <pc:docMk/>
            <pc:sldMk cId="3217202886" sldId="259"/>
            <ac:spMk id="3" creationId="{AD7610B3-C933-217C-161E-72924686A6E8}"/>
          </ac:spMkLst>
        </pc:spChg>
      </pc:sldChg>
      <pc:sldChg chg="delSp modSp del mod">
        <pc:chgData name="thatikonda ruchitha" userId="f21b2d967925fa03" providerId="LiveId" clId="{C71198F1-3E43-436C-922B-FC34D1145A25}" dt="2024-10-20T12:33:42.873" v="931" actId="47"/>
        <pc:sldMkLst>
          <pc:docMk/>
          <pc:sldMk cId="2826732672" sldId="260"/>
        </pc:sldMkLst>
      </pc:sldChg>
      <pc:sldChg chg="modSp del mod">
        <pc:chgData name="thatikonda ruchitha" userId="f21b2d967925fa03" providerId="LiveId" clId="{C71198F1-3E43-436C-922B-FC34D1145A25}" dt="2025-01-07T00:09:10.054" v="7854" actId="47"/>
        <pc:sldMkLst>
          <pc:docMk/>
          <pc:sldMk cId="1043633414" sldId="261"/>
        </pc:sldMkLst>
      </pc:sldChg>
      <pc:sldChg chg="modSp mod">
        <pc:chgData name="thatikonda ruchitha" userId="f21b2d967925fa03" providerId="LiveId" clId="{C71198F1-3E43-436C-922B-FC34D1145A25}" dt="2025-01-08T15:39:17.389" v="10311" actId="1076"/>
        <pc:sldMkLst>
          <pc:docMk/>
          <pc:sldMk cId="410961145" sldId="262"/>
        </pc:sldMkLst>
        <pc:spChg chg="mod">
          <ac:chgData name="thatikonda ruchitha" userId="f21b2d967925fa03" providerId="LiveId" clId="{C71198F1-3E43-436C-922B-FC34D1145A25}" dt="2025-01-07T00:10:03.088" v="7885" actId="20577"/>
          <ac:spMkLst>
            <pc:docMk/>
            <pc:sldMk cId="410961145" sldId="262"/>
            <ac:spMk id="2" creationId="{9F7956B9-875F-0EB6-7AA1-382BB80971E3}"/>
          </ac:spMkLst>
        </pc:spChg>
        <pc:spChg chg="mod">
          <ac:chgData name="thatikonda ruchitha" userId="f21b2d967925fa03" providerId="LiveId" clId="{C71198F1-3E43-436C-922B-FC34D1145A25}" dt="2025-01-08T15:39:17.389" v="10311" actId="1076"/>
          <ac:spMkLst>
            <pc:docMk/>
            <pc:sldMk cId="410961145" sldId="262"/>
            <ac:spMk id="3" creationId="{686A760D-FB3C-84A6-1E87-432C437ABA10}"/>
          </ac:spMkLst>
        </pc:spChg>
      </pc:sldChg>
      <pc:sldChg chg="del">
        <pc:chgData name="thatikonda ruchitha" userId="f21b2d967925fa03" providerId="LiveId" clId="{C71198F1-3E43-436C-922B-FC34D1145A25}" dt="2024-10-20T18:24:11.728" v="1886" actId="47"/>
        <pc:sldMkLst>
          <pc:docMk/>
          <pc:sldMk cId="1606298057" sldId="264"/>
        </pc:sldMkLst>
      </pc:sldChg>
      <pc:sldChg chg="addSp delSp modSp mod">
        <pc:chgData name="thatikonda ruchitha" userId="f21b2d967925fa03" providerId="LiveId" clId="{C71198F1-3E43-436C-922B-FC34D1145A25}" dt="2025-01-08T14:58:28.314" v="9527" actId="20577"/>
        <pc:sldMkLst>
          <pc:docMk/>
          <pc:sldMk cId="2194088050" sldId="265"/>
        </pc:sldMkLst>
        <pc:spChg chg="add del mod">
          <ac:chgData name="thatikonda ruchitha" userId="f21b2d967925fa03" providerId="LiveId" clId="{C71198F1-3E43-436C-922B-FC34D1145A25}" dt="2025-01-08T14:58:28.314" v="9527" actId="20577"/>
          <ac:spMkLst>
            <pc:docMk/>
            <pc:sldMk cId="2194088050" sldId="265"/>
            <ac:spMk id="4" creationId="{BB266C99-C45B-E186-5D1A-7056031FB814}"/>
          </ac:spMkLst>
        </pc:spChg>
      </pc:sldChg>
      <pc:sldChg chg="addSp delSp modSp mod">
        <pc:chgData name="thatikonda ruchitha" userId="f21b2d967925fa03" providerId="LiveId" clId="{C71198F1-3E43-436C-922B-FC34D1145A25}" dt="2025-01-08T14:58:09.223" v="9525" actId="20577"/>
        <pc:sldMkLst>
          <pc:docMk/>
          <pc:sldMk cId="1393881640" sldId="266"/>
        </pc:sldMkLst>
        <pc:spChg chg="mod">
          <ac:chgData name="thatikonda ruchitha" userId="f21b2d967925fa03" providerId="LiveId" clId="{C71198F1-3E43-436C-922B-FC34D1145A25}" dt="2025-01-08T14:58:09.223" v="9525" actId="20577"/>
          <ac:spMkLst>
            <pc:docMk/>
            <pc:sldMk cId="1393881640" sldId="266"/>
            <ac:spMk id="4" creationId="{A7A9FFC3-CB3A-5EF2-2043-74145F2C9BEB}"/>
          </ac:spMkLst>
        </pc:spChg>
      </pc:sldChg>
      <pc:sldChg chg="addSp delSp modSp mod">
        <pc:chgData name="thatikonda ruchitha" userId="f21b2d967925fa03" providerId="LiveId" clId="{C71198F1-3E43-436C-922B-FC34D1145A25}" dt="2025-01-08T14:57:59.600" v="9523" actId="20577"/>
        <pc:sldMkLst>
          <pc:docMk/>
          <pc:sldMk cId="3848446477" sldId="267"/>
        </pc:sldMkLst>
      </pc:sldChg>
      <pc:sldChg chg="del">
        <pc:chgData name="thatikonda ruchitha" userId="f21b2d967925fa03" providerId="LiveId" clId="{C71198F1-3E43-436C-922B-FC34D1145A25}" dt="2025-01-04T14:36:34.329" v="4506" actId="47"/>
        <pc:sldMkLst>
          <pc:docMk/>
          <pc:sldMk cId="2799994395" sldId="268"/>
        </pc:sldMkLst>
      </pc:sldChg>
      <pc:sldChg chg="del">
        <pc:chgData name="thatikonda ruchitha" userId="f21b2d967925fa03" providerId="LiveId" clId="{C71198F1-3E43-436C-922B-FC34D1145A25}" dt="2025-01-04T14:36:41.227" v="4507" actId="47"/>
        <pc:sldMkLst>
          <pc:docMk/>
          <pc:sldMk cId="356914443" sldId="269"/>
        </pc:sldMkLst>
      </pc:sldChg>
      <pc:sldChg chg="del">
        <pc:chgData name="thatikonda ruchitha" userId="f21b2d967925fa03" providerId="LiveId" clId="{C71198F1-3E43-436C-922B-FC34D1145A25}" dt="2025-01-04T14:36:43.988" v="4508" actId="47"/>
        <pc:sldMkLst>
          <pc:docMk/>
          <pc:sldMk cId="133234377" sldId="270"/>
        </pc:sldMkLst>
      </pc:sldChg>
      <pc:sldChg chg="del">
        <pc:chgData name="thatikonda ruchitha" userId="f21b2d967925fa03" providerId="LiveId" clId="{C71198F1-3E43-436C-922B-FC34D1145A25}" dt="2025-01-04T14:36:49.229" v="4509" actId="47"/>
        <pc:sldMkLst>
          <pc:docMk/>
          <pc:sldMk cId="3022191924" sldId="271"/>
        </pc:sldMkLst>
      </pc:sldChg>
      <pc:sldChg chg="del">
        <pc:chgData name="thatikonda ruchitha" userId="f21b2d967925fa03" providerId="LiveId" clId="{C71198F1-3E43-436C-922B-FC34D1145A25}" dt="2025-01-04T14:36:52.640" v="4510" actId="47"/>
        <pc:sldMkLst>
          <pc:docMk/>
          <pc:sldMk cId="788878238" sldId="272"/>
        </pc:sldMkLst>
      </pc:sldChg>
      <pc:sldChg chg="del">
        <pc:chgData name="thatikonda ruchitha" userId="f21b2d967925fa03" providerId="LiveId" clId="{C71198F1-3E43-436C-922B-FC34D1145A25}" dt="2025-01-04T14:36:58.355" v="4511" actId="47"/>
        <pc:sldMkLst>
          <pc:docMk/>
          <pc:sldMk cId="3868570133" sldId="273"/>
        </pc:sldMkLst>
      </pc:sldChg>
      <pc:sldChg chg="addSp delSp modSp mod">
        <pc:chgData name="thatikonda ruchitha" userId="f21b2d967925fa03" providerId="LiveId" clId="{C71198F1-3E43-436C-922B-FC34D1145A25}" dt="2025-01-08T14:57:52.105" v="9521" actId="255"/>
        <pc:sldMkLst>
          <pc:docMk/>
          <pc:sldMk cId="262870232" sldId="274"/>
        </pc:sldMkLst>
        <pc:spChg chg="mod">
          <ac:chgData name="thatikonda ruchitha" userId="f21b2d967925fa03" providerId="LiveId" clId="{C71198F1-3E43-436C-922B-FC34D1145A25}" dt="2025-01-08T14:57:52.105" v="9521" actId="255"/>
          <ac:spMkLst>
            <pc:docMk/>
            <pc:sldMk cId="262870232" sldId="274"/>
            <ac:spMk id="4" creationId="{3B5F7EA9-B5C8-6776-7D76-538D94659671}"/>
          </ac:spMkLst>
        </pc:spChg>
      </pc:sldChg>
      <pc:sldChg chg="modSp mod">
        <pc:chgData name="thatikonda ruchitha" userId="f21b2d967925fa03" providerId="LiveId" clId="{C71198F1-3E43-436C-922B-FC34D1145A25}" dt="2025-01-08T15:30:25.803" v="10093" actId="20577"/>
        <pc:sldMkLst>
          <pc:docMk/>
          <pc:sldMk cId="663252775" sldId="275"/>
        </pc:sldMkLst>
        <pc:spChg chg="mod">
          <ac:chgData name="thatikonda ruchitha" userId="f21b2d967925fa03" providerId="LiveId" clId="{C71198F1-3E43-436C-922B-FC34D1145A25}" dt="2025-01-08T15:30:25.803" v="10093" actId="20577"/>
          <ac:spMkLst>
            <pc:docMk/>
            <pc:sldMk cId="663252775" sldId="275"/>
            <ac:spMk id="3" creationId="{BE39129C-874D-5EEE-E395-8EC94A24B9B8}"/>
          </ac:spMkLst>
        </pc:spChg>
      </pc:sldChg>
      <pc:sldChg chg="addSp delSp modSp new mod">
        <pc:chgData name="thatikonda ruchitha" userId="f21b2d967925fa03" providerId="LiveId" clId="{C71198F1-3E43-436C-922B-FC34D1145A25}" dt="2025-01-08T15:23:12.767" v="9810" actId="27636"/>
        <pc:sldMkLst>
          <pc:docMk/>
          <pc:sldMk cId="2354236944" sldId="278"/>
        </pc:sldMkLst>
        <pc:spChg chg="mod">
          <ac:chgData name="thatikonda ruchitha" userId="f21b2d967925fa03" providerId="LiveId" clId="{C71198F1-3E43-436C-922B-FC34D1145A25}" dt="2025-01-08T15:23:12.767" v="9810" actId="27636"/>
          <ac:spMkLst>
            <pc:docMk/>
            <pc:sldMk cId="2354236944" sldId="278"/>
            <ac:spMk id="3" creationId="{44DA8D69-CB77-E9AC-B744-5916B5003692}"/>
          </ac:spMkLst>
        </pc:spChg>
      </pc:sldChg>
      <pc:sldChg chg="modSp new mod">
        <pc:chgData name="thatikonda ruchitha" userId="f21b2d967925fa03" providerId="LiveId" clId="{C71198F1-3E43-436C-922B-FC34D1145A25}" dt="2025-01-08T15:36:12.600" v="10296" actId="27636"/>
        <pc:sldMkLst>
          <pc:docMk/>
          <pc:sldMk cId="2950146711" sldId="279"/>
        </pc:sldMkLst>
        <pc:spChg chg="mod">
          <ac:chgData name="thatikonda ruchitha" userId="f21b2d967925fa03" providerId="LiveId" clId="{C71198F1-3E43-436C-922B-FC34D1145A25}" dt="2025-01-08T15:32:59.790" v="10140" actId="20577"/>
          <ac:spMkLst>
            <pc:docMk/>
            <pc:sldMk cId="2950146711" sldId="279"/>
            <ac:spMk id="2" creationId="{E6E0642E-7EA1-06B0-D382-89642FDB921E}"/>
          </ac:spMkLst>
        </pc:spChg>
        <pc:spChg chg="mod">
          <ac:chgData name="thatikonda ruchitha" userId="f21b2d967925fa03" providerId="LiveId" clId="{C71198F1-3E43-436C-922B-FC34D1145A25}" dt="2025-01-08T15:36:12.600" v="10296" actId="27636"/>
          <ac:spMkLst>
            <pc:docMk/>
            <pc:sldMk cId="2950146711" sldId="279"/>
            <ac:spMk id="3" creationId="{6802821B-E712-A52A-B0DA-725BC6F3F03B}"/>
          </ac:spMkLst>
        </pc:spChg>
      </pc:sldChg>
      <pc:sldChg chg="modSp new mod">
        <pc:chgData name="thatikonda ruchitha" userId="f21b2d967925fa03" providerId="LiveId" clId="{C71198F1-3E43-436C-922B-FC34D1145A25}" dt="2025-01-08T15:30:54.332" v="10095" actId="1076"/>
        <pc:sldMkLst>
          <pc:docMk/>
          <pc:sldMk cId="2552630591" sldId="280"/>
        </pc:sldMkLst>
        <pc:spChg chg="mod">
          <ac:chgData name="thatikonda ruchitha" userId="f21b2d967925fa03" providerId="LiveId" clId="{C71198F1-3E43-436C-922B-FC34D1145A25}" dt="2025-01-08T15:30:54.332" v="10095" actId="1076"/>
          <ac:spMkLst>
            <pc:docMk/>
            <pc:sldMk cId="2552630591" sldId="280"/>
            <ac:spMk id="3" creationId="{78CC4EF8-2940-27E5-FDFA-ECEF8E9D290B}"/>
          </ac:spMkLst>
        </pc:spChg>
      </pc:sldChg>
      <pc:sldChg chg="delSp modSp new del mod">
        <pc:chgData name="thatikonda ruchitha" userId="f21b2d967925fa03" providerId="LiveId" clId="{C71198F1-3E43-436C-922B-FC34D1145A25}" dt="2025-01-07T00:26:11.687" v="8344" actId="47"/>
        <pc:sldMkLst>
          <pc:docMk/>
          <pc:sldMk cId="1786603555" sldId="281"/>
        </pc:sldMkLst>
      </pc:sldChg>
      <pc:sldChg chg="modSp new mod">
        <pc:chgData name="thatikonda ruchitha" userId="f21b2d967925fa03" providerId="LiveId" clId="{C71198F1-3E43-436C-922B-FC34D1145A25}" dt="2025-01-08T15:39:36.059" v="10313" actId="1076"/>
        <pc:sldMkLst>
          <pc:docMk/>
          <pc:sldMk cId="2844552646" sldId="282"/>
        </pc:sldMkLst>
        <pc:spChg chg="mod">
          <ac:chgData name="thatikonda ruchitha" userId="f21b2d967925fa03" providerId="LiveId" clId="{C71198F1-3E43-436C-922B-FC34D1145A25}" dt="2025-01-08T15:39:36.059" v="10313" actId="1076"/>
          <ac:spMkLst>
            <pc:docMk/>
            <pc:sldMk cId="2844552646" sldId="282"/>
            <ac:spMk id="3" creationId="{8CDB3637-7B13-B5BC-BBCA-795B5C45BB17}"/>
          </ac:spMkLst>
        </pc:spChg>
      </pc:sldChg>
      <pc:sldChg chg="modSp new mod">
        <pc:chgData name="thatikonda ruchitha" userId="f21b2d967925fa03" providerId="LiveId" clId="{C71198F1-3E43-436C-922B-FC34D1145A25}" dt="2025-01-08T15:39:41.981" v="10314" actId="1076"/>
        <pc:sldMkLst>
          <pc:docMk/>
          <pc:sldMk cId="387374201" sldId="283"/>
        </pc:sldMkLst>
        <pc:spChg chg="mod">
          <ac:chgData name="thatikonda ruchitha" userId="f21b2d967925fa03" providerId="LiveId" clId="{C71198F1-3E43-436C-922B-FC34D1145A25}" dt="2025-01-08T15:39:41.981" v="10314" actId="1076"/>
          <ac:spMkLst>
            <pc:docMk/>
            <pc:sldMk cId="387374201" sldId="283"/>
            <ac:spMk id="3" creationId="{05097435-9718-FA33-24BF-0C563751F83F}"/>
          </ac:spMkLst>
        </pc:spChg>
      </pc:sldChg>
      <pc:sldChg chg="modSp new mod">
        <pc:chgData name="thatikonda ruchitha" userId="f21b2d967925fa03" providerId="LiveId" clId="{C71198F1-3E43-436C-922B-FC34D1145A25}" dt="2025-01-08T15:22:17.846" v="9790" actId="14100"/>
        <pc:sldMkLst>
          <pc:docMk/>
          <pc:sldMk cId="3980788710" sldId="284"/>
        </pc:sldMkLst>
        <pc:spChg chg="mod">
          <ac:chgData name="thatikonda ruchitha" userId="f21b2d967925fa03" providerId="LiveId" clId="{C71198F1-3E43-436C-922B-FC34D1145A25}" dt="2025-01-08T15:22:17.846" v="9790" actId="14100"/>
          <ac:spMkLst>
            <pc:docMk/>
            <pc:sldMk cId="3980788710" sldId="284"/>
            <ac:spMk id="3" creationId="{8D0DEB7D-9E03-AD47-E716-645F8A7E7F84}"/>
          </ac:spMkLst>
        </pc:spChg>
      </pc:sldChg>
      <pc:sldChg chg="addSp delSp modSp new del mod">
        <pc:chgData name="thatikonda ruchitha" userId="f21b2d967925fa03" providerId="LiveId" clId="{C71198F1-3E43-436C-922B-FC34D1145A25}" dt="2025-01-08T14:34:10.542" v="9368" actId="47"/>
        <pc:sldMkLst>
          <pc:docMk/>
          <pc:sldMk cId="1848855088" sldId="285"/>
        </pc:sldMkLst>
      </pc:sldChg>
      <pc:sldChg chg="modSp new mod">
        <pc:chgData name="thatikonda ruchitha" userId="f21b2d967925fa03" providerId="LiveId" clId="{C71198F1-3E43-436C-922B-FC34D1145A25}" dt="2025-01-08T15:40:25.737" v="10319" actId="1076"/>
        <pc:sldMkLst>
          <pc:docMk/>
          <pc:sldMk cId="3777199191" sldId="286"/>
        </pc:sldMkLst>
        <pc:spChg chg="mod">
          <ac:chgData name="thatikonda ruchitha" userId="f21b2d967925fa03" providerId="LiveId" clId="{C71198F1-3E43-436C-922B-FC34D1145A25}" dt="2025-01-04T16:25:25.373" v="5300" actId="2711"/>
          <ac:spMkLst>
            <pc:docMk/>
            <pc:sldMk cId="3777199191" sldId="286"/>
            <ac:spMk id="2" creationId="{279E9AE1-6CC8-5916-FAA3-C9CCDB71DDE2}"/>
          </ac:spMkLst>
        </pc:spChg>
        <pc:spChg chg="mod">
          <ac:chgData name="thatikonda ruchitha" userId="f21b2d967925fa03" providerId="LiveId" clId="{C71198F1-3E43-436C-922B-FC34D1145A25}" dt="2025-01-08T15:40:25.737" v="10319" actId="1076"/>
          <ac:spMkLst>
            <pc:docMk/>
            <pc:sldMk cId="3777199191" sldId="286"/>
            <ac:spMk id="3" creationId="{253E750E-8A60-E546-F779-B56130AC0E92}"/>
          </ac:spMkLst>
        </pc:spChg>
      </pc:sldChg>
      <pc:sldChg chg="modSp new del mod">
        <pc:chgData name="thatikonda ruchitha" userId="f21b2d967925fa03" providerId="LiveId" clId="{C71198F1-3E43-436C-922B-FC34D1145A25}" dt="2025-01-08T14:28:30.611" v="8770" actId="47"/>
        <pc:sldMkLst>
          <pc:docMk/>
          <pc:sldMk cId="970491336" sldId="287"/>
        </pc:sldMkLst>
      </pc:sldChg>
      <pc:sldChg chg="addSp delSp modSp new mod">
        <pc:chgData name="thatikonda ruchitha" userId="f21b2d967925fa03" providerId="LiveId" clId="{C71198F1-3E43-436C-922B-FC34D1145A25}" dt="2025-01-08T15:15:31.748" v="9644" actId="20577"/>
        <pc:sldMkLst>
          <pc:docMk/>
          <pc:sldMk cId="4230810803" sldId="288"/>
        </pc:sldMkLst>
        <pc:spChg chg="mod">
          <ac:chgData name="thatikonda ruchitha" userId="f21b2d967925fa03" providerId="LiveId" clId="{C71198F1-3E43-436C-922B-FC34D1145A25}" dt="2025-01-08T15:15:31.748" v="9644" actId="20577"/>
          <ac:spMkLst>
            <pc:docMk/>
            <pc:sldMk cId="4230810803" sldId="288"/>
            <ac:spMk id="2" creationId="{A62F8692-0A1C-0D04-F725-5A4F66D84138}"/>
          </ac:spMkLst>
        </pc:spChg>
        <pc:picChg chg="add mod">
          <ac:chgData name="thatikonda ruchitha" userId="f21b2d967925fa03" providerId="LiveId" clId="{C71198F1-3E43-436C-922B-FC34D1145A25}" dt="2025-01-08T15:13:17.451" v="9629" actId="1076"/>
          <ac:picMkLst>
            <pc:docMk/>
            <pc:sldMk cId="4230810803" sldId="288"/>
            <ac:picMk id="9" creationId="{697F3324-385F-3B8E-0E51-3DFE7F859B9E}"/>
          </ac:picMkLst>
        </pc:picChg>
        <pc:picChg chg="add mod">
          <ac:chgData name="thatikonda ruchitha" userId="f21b2d967925fa03" providerId="LiveId" clId="{C71198F1-3E43-436C-922B-FC34D1145A25}" dt="2025-01-08T15:13:23.303" v="9630" actId="1076"/>
          <ac:picMkLst>
            <pc:docMk/>
            <pc:sldMk cId="4230810803" sldId="288"/>
            <ac:picMk id="12" creationId="{72193499-CC15-FB2A-3078-3D7C3EF5B56E}"/>
          </ac:picMkLst>
        </pc:picChg>
      </pc:sldChg>
      <pc:sldChg chg="addSp delSp modSp new del mod">
        <pc:chgData name="thatikonda ruchitha" userId="f21b2d967925fa03" providerId="LiveId" clId="{C71198F1-3E43-436C-922B-FC34D1145A25}" dt="2025-01-05T12:23:40.863" v="7387" actId="47"/>
        <pc:sldMkLst>
          <pc:docMk/>
          <pc:sldMk cId="2417763668" sldId="289"/>
        </pc:sldMkLst>
      </pc:sldChg>
      <pc:sldChg chg="modSp new del mod">
        <pc:chgData name="thatikonda ruchitha" userId="f21b2d967925fa03" providerId="LiveId" clId="{C71198F1-3E43-436C-922B-FC34D1145A25}" dt="2025-01-08T15:36:19.088" v="10297" actId="47"/>
        <pc:sldMkLst>
          <pc:docMk/>
          <pc:sldMk cId="1835297018" sldId="290"/>
        </pc:sldMkLst>
      </pc:sldChg>
      <pc:sldChg chg="addSp delSp modSp new mod">
        <pc:chgData name="thatikonda ruchitha" userId="f21b2d967925fa03" providerId="LiveId" clId="{C71198F1-3E43-436C-922B-FC34D1145A25}" dt="2025-01-08T14:28:13.549" v="8769" actId="1076"/>
        <pc:sldMkLst>
          <pc:docMk/>
          <pc:sldMk cId="494069811" sldId="291"/>
        </pc:sldMkLst>
        <pc:spChg chg="mod">
          <ac:chgData name="thatikonda ruchitha" userId="f21b2d967925fa03" providerId="LiveId" clId="{C71198F1-3E43-436C-922B-FC34D1145A25}" dt="2025-01-06T23:45:50.689" v="7653" actId="2711"/>
          <ac:spMkLst>
            <pc:docMk/>
            <pc:sldMk cId="494069811" sldId="291"/>
            <ac:spMk id="2" creationId="{EB16F7A2-E5E6-19B8-B2C7-D288312DBF01}"/>
          </ac:spMkLst>
        </pc:spChg>
        <pc:picChg chg="add mod">
          <ac:chgData name="thatikonda ruchitha" userId="f21b2d967925fa03" providerId="LiveId" clId="{C71198F1-3E43-436C-922B-FC34D1145A25}" dt="2025-01-08T14:28:13.549" v="8769" actId="1076"/>
          <ac:picMkLst>
            <pc:docMk/>
            <pc:sldMk cId="494069811" sldId="291"/>
            <ac:picMk id="7" creationId="{150864FB-69F8-A0EF-1DC0-7ECB6B62944F}"/>
          </ac:picMkLst>
        </pc:picChg>
      </pc:sldChg>
      <pc:sldChg chg="modSp new del mod">
        <pc:chgData name="thatikonda ruchitha" userId="f21b2d967925fa03" providerId="LiveId" clId="{C71198F1-3E43-436C-922B-FC34D1145A25}" dt="2025-01-06T23:43:37.409" v="7630" actId="47"/>
        <pc:sldMkLst>
          <pc:docMk/>
          <pc:sldMk cId="529727722" sldId="291"/>
        </pc:sldMkLst>
      </pc:sldChg>
      <pc:sldChg chg="addSp delSp modSp new del mod">
        <pc:chgData name="thatikonda ruchitha" userId="f21b2d967925fa03" providerId="LiveId" clId="{C71198F1-3E43-436C-922B-FC34D1145A25}" dt="2025-01-05T12:26:02.488" v="7447" actId="47"/>
        <pc:sldMkLst>
          <pc:docMk/>
          <pc:sldMk cId="1889637189" sldId="291"/>
        </pc:sldMkLst>
      </pc:sldChg>
      <pc:sldChg chg="addSp delSp modSp new del mod">
        <pc:chgData name="thatikonda ruchitha" userId="f21b2d967925fa03" providerId="LiveId" clId="{C71198F1-3E43-436C-922B-FC34D1145A25}" dt="2025-01-06T23:43:35.408" v="7629" actId="47"/>
        <pc:sldMkLst>
          <pc:docMk/>
          <pc:sldMk cId="2043343258" sldId="292"/>
        </pc:sldMkLst>
      </pc:sldChg>
      <pc:sldChg chg="modSp new mod ord">
        <pc:chgData name="thatikonda ruchitha" userId="f21b2d967925fa03" providerId="LiveId" clId="{C71198F1-3E43-436C-922B-FC34D1145A25}" dt="2025-01-19T16:26:19.131" v="10373" actId="20577"/>
        <pc:sldMkLst>
          <pc:docMk/>
          <pc:sldMk cId="3283477210" sldId="292"/>
        </pc:sldMkLst>
        <pc:spChg chg="mod">
          <ac:chgData name="thatikonda ruchitha" userId="f21b2d967925fa03" providerId="LiveId" clId="{C71198F1-3E43-436C-922B-FC34D1145A25}" dt="2025-01-08T15:17:03.588" v="9653" actId="2711"/>
          <ac:spMkLst>
            <pc:docMk/>
            <pc:sldMk cId="3283477210" sldId="292"/>
            <ac:spMk id="2" creationId="{9A5B89B1-8BFF-ABAB-2EBF-3455A58A023B}"/>
          </ac:spMkLst>
        </pc:spChg>
        <pc:spChg chg="mod">
          <ac:chgData name="thatikonda ruchitha" userId="f21b2d967925fa03" providerId="LiveId" clId="{C71198F1-3E43-436C-922B-FC34D1145A25}" dt="2025-01-19T16:26:19.131" v="10373" actId="20577"/>
          <ac:spMkLst>
            <pc:docMk/>
            <pc:sldMk cId="3283477210" sldId="292"/>
            <ac:spMk id="3" creationId="{C537F872-AFB9-9D03-78D9-81CC23D6F6A1}"/>
          </ac:spMkLst>
        </pc:spChg>
      </pc:sldChg>
      <pc:sldChg chg="addSp delSp modSp new del mod">
        <pc:chgData name="thatikonda ruchitha" userId="f21b2d967925fa03" providerId="LiveId" clId="{C71198F1-3E43-436C-922B-FC34D1145A25}" dt="2025-01-08T14:27:04.543" v="8764" actId="47"/>
        <pc:sldMkLst>
          <pc:docMk/>
          <pc:sldMk cId="3760039177" sldId="292"/>
        </pc:sldMkLst>
      </pc:sldChg>
      <pc:sldChg chg="addSp delSp modSp new del mod">
        <pc:chgData name="thatikonda ruchitha" userId="f21b2d967925fa03" providerId="LiveId" clId="{C71198F1-3E43-436C-922B-FC34D1145A25}" dt="2025-01-06T23:58:18.638" v="7789" actId="47"/>
        <pc:sldMkLst>
          <pc:docMk/>
          <pc:sldMk cId="861759209" sldId="293"/>
        </pc:sldMkLst>
      </pc:sldChg>
      <pc:sldChg chg="modSp new mod">
        <pc:chgData name="thatikonda ruchitha" userId="f21b2d967925fa03" providerId="LiveId" clId="{C71198F1-3E43-436C-922B-FC34D1145A25}" dt="2025-01-19T16:24:37.753" v="10357" actId="2711"/>
        <pc:sldMkLst>
          <pc:docMk/>
          <pc:sldMk cId="1421655999" sldId="293"/>
        </pc:sldMkLst>
        <pc:spChg chg="mod">
          <ac:chgData name="thatikonda ruchitha" userId="f21b2d967925fa03" providerId="LiveId" clId="{C71198F1-3E43-436C-922B-FC34D1145A25}" dt="2025-01-08T15:28:39.300" v="9979" actId="2711"/>
          <ac:spMkLst>
            <pc:docMk/>
            <pc:sldMk cId="1421655999" sldId="293"/>
            <ac:spMk id="2" creationId="{BBF4B427-A642-D6D5-F037-A02141EF1D9F}"/>
          </ac:spMkLst>
        </pc:spChg>
        <pc:spChg chg="mod">
          <ac:chgData name="thatikonda ruchitha" userId="f21b2d967925fa03" providerId="LiveId" clId="{C71198F1-3E43-436C-922B-FC34D1145A25}" dt="2025-01-19T16:24:37.753" v="10357" actId="2711"/>
          <ac:spMkLst>
            <pc:docMk/>
            <pc:sldMk cId="1421655999" sldId="293"/>
            <ac:spMk id="3" creationId="{B8177522-FE8E-C7B7-A660-EFFF9042D7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E5802A-B439-408E-A0EA-852AC63FCF22}" type="datetimeFigureOut">
              <a:rPr lang="en-IN" smtClean="0"/>
              <a:t>28-03-2025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E7AAC7-00D3-4A5D-B4F1-992FD0DB9EFB}" type="slidenum">
              <a:rPr lang="en-IN" smtClean="0"/>
              <a:t>‹#›</a:t>
            </a:fld>
            <a:endParaRPr lang="en-IN"/>
          </a:p>
        </p:txBody>
      </p:sp>
    </p:spTree>
    <p:extLst>
      <p:ext uri="{BB962C8B-B14F-4D97-AF65-F5344CB8AC3E}">
        <p14:creationId xmlns:p14="http://schemas.microsoft.com/office/powerpoint/2010/main" val="1516235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E7AAC7-00D3-4A5D-B4F1-992FD0DB9EFB}" type="slidenum">
              <a:rPr lang="en-IN" smtClean="0"/>
              <a:t>1</a:t>
            </a:fld>
            <a:endParaRPr lang="en-IN"/>
          </a:p>
        </p:txBody>
      </p:sp>
    </p:spTree>
    <p:extLst>
      <p:ext uri="{BB962C8B-B14F-4D97-AF65-F5344CB8AC3E}">
        <p14:creationId xmlns:p14="http://schemas.microsoft.com/office/powerpoint/2010/main" val="3924974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E7AAC7-00D3-4A5D-B4F1-992FD0DB9EFB}" type="slidenum">
              <a:rPr lang="en-IN" smtClean="0"/>
              <a:t>8</a:t>
            </a:fld>
            <a:endParaRPr lang="en-IN"/>
          </a:p>
        </p:txBody>
      </p:sp>
    </p:spTree>
    <p:extLst>
      <p:ext uri="{BB962C8B-B14F-4D97-AF65-F5344CB8AC3E}">
        <p14:creationId xmlns:p14="http://schemas.microsoft.com/office/powerpoint/2010/main" val="3187896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9CD0A-2C40-D6AB-AD17-7C5F07BC94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8398B3-C2C6-9E09-0053-7E9BD1A86D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EF5210-F734-8C28-34C2-B534EE666439}"/>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5" name="Footer Placeholder 4">
            <a:extLst>
              <a:ext uri="{FF2B5EF4-FFF2-40B4-BE49-F238E27FC236}">
                <a16:creationId xmlns:a16="http://schemas.microsoft.com/office/drawing/2014/main" id="{2DE8E038-DE90-E057-AE8A-4E4508D93D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666271-C377-C6F0-C748-A2AA9304F856}"/>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3850351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B1D44-E649-B40A-E580-454D232AF3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6589CE-3CF5-59CB-A756-06B254923B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C0DD45-8EDF-EA2A-FA17-CA0CB1B308AC}"/>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5" name="Footer Placeholder 4">
            <a:extLst>
              <a:ext uri="{FF2B5EF4-FFF2-40B4-BE49-F238E27FC236}">
                <a16:creationId xmlns:a16="http://schemas.microsoft.com/office/drawing/2014/main" id="{F5585DC3-C95C-9BD6-4977-190CC1ED5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04CA99-5A73-1FE7-81EA-989F1EAC329B}"/>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544478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D3F2-75B6-8195-E2DC-43572BAFE4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9A6594D-2D1D-9AB5-2FB4-643D8B6D3C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E568C5-67E9-1DAD-4717-473149F39653}"/>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5" name="Footer Placeholder 4">
            <a:extLst>
              <a:ext uri="{FF2B5EF4-FFF2-40B4-BE49-F238E27FC236}">
                <a16:creationId xmlns:a16="http://schemas.microsoft.com/office/drawing/2014/main" id="{9D3FAED6-3293-86B9-5CE3-07B93AEDBF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33BDF1-7F2A-856A-D1D3-BE077BEBCACC}"/>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3443874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2B79B-5E51-6D65-2892-4E8F8AF522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139C96-D6BF-CF0E-6155-FBDE6C4BFF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D216CD4-F1F8-B4A9-765A-E95AA7BB49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C28B936-CD76-170C-4C96-5E5B6C2F880E}"/>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6" name="Footer Placeholder 5">
            <a:extLst>
              <a:ext uri="{FF2B5EF4-FFF2-40B4-BE49-F238E27FC236}">
                <a16:creationId xmlns:a16="http://schemas.microsoft.com/office/drawing/2014/main" id="{409398C1-06E5-397C-F639-E676B043D4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2B1386-FE21-42AC-F357-E2AA766A1A63}"/>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1409467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C2ACD-4DF7-1A9C-BEE6-2E3D55D489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B1B288-E854-3C63-5743-9A8F50DB61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E34019-67E1-789A-0140-F06C037DC4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5C1D3F-350F-A212-B540-B18794603A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2DD5CF-EF48-9A59-829B-0E4BFD825F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060CA61-D18F-E35B-FC7C-B172209561C6}"/>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8" name="Footer Placeholder 7">
            <a:extLst>
              <a:ext uri="{FF2B5EF4-FFF2-40B4-BE49-F238E27FC236}">
                <a16:creationId xmlns:a16="http://schemas.microsoft.com/office/drawing/2014/main" id="{2694AA0C-66AF-7063-3935-2C5C4B2801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09CEF0-3B36-34A4-BA72-A0F485E0AD53}"/>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1402253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BCFC-C4A9-8F22-628C-1BFE4CD71F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51B05BE-8C7D-EB22-24BC-03C98A04F344}"/>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4" name="Footer Placeholder 3">
            <a:extLst>
              <a:ext uri="{FF2B5EF4-FFF2-40B4-BE49-F238E27FC236}">
                <a16:creationId xmlns:a16="http://schemas.microsoft.com/office/drawing/2014/main" id="{4FF34D80-7AD6-43B3-BE8F-1C19739926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C47BFE5-045A-BC3A-4786-5AE730B859BF}"/>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2618400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880CCC-33B5-02CE-080D-B10714689A11}"/>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3" name="Footer Placeholder 2">
            <a:extLst>
              <a:ext uri="{FF2B5EF4-FFF2-40B4-BE49-F238E27FC236}">
                <a16:creationId xmlns:a16="http://schemas.microsoft.com/office/drawing/2014/main" id="{397D80C5-6165-4549-48BF-A813CDCC66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D54CA9-3FC5-068E-BC24-B625A38E611B}"/>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1593379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1888C-D3D4-8964-84FC-C8A5BE4E86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3C27A2-59AD-E0BE-2E37-4C68659A1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403A847-C71E-F204-1C59-01B0B65107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2C9596-93C5-D117-E459-7D4BC230093E}"/>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6" name="Footer Placeholder 5">
            <a:extLst>
              <a:ext uri="{FF2B5EF4-FFF2-40B4-BE49-F238E27FC236}">
                <a16:creationId xmlns:a16="http://schemas.microsoft.com/office/drawing/2014/main" id="{93FFD250-AC3E-C755-6B93-332C5DEB05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FB0F76-146C-6EAB-4C74-EAB781530CEE}"/>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2080777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D131B-4740-0623-2913-14B316A995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904733-75C0-701D-7488-F67F090281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09CA38-177A-852E-729E-478816E192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32E85B-9109-85D6-271E-7E18BABDC735}"/>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6" name="Footer Placeholder 5">
            <a:extLst>
              <a:ext uri="{FF2B5EF4-FFF2-40B4-BE49-F238E27FC236}">
                <a16:creationId xmlns:a16="http://schemas.microsoft.com/office/drawing/2014/main" id="{BAD0DF8F-9A3F-3E85-FF37-B6315F0B71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965DBF-0933-A3AC-945F-F12ADA7BB0E9}"/>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734130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4410F-ABA7-551F-BE3B-BBBA17C804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C957E2-6DF8-35A1-B90A-F73584BE8F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DEB41D-B3FF-E4C6-209F-00555AED61CF}"/>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5" name="Footer Placeholder 4">
            <a:extLst>
              <a:ext uri="{FF2B5EF4-FFF2-40B4-BE49-F238E27FC236}">
                <a16:creationId xmlns:a16="http://schemas.microsoft.com/office/drawing/2014/main" id="{385B92C1-54ED-B6D4-D87B-A7469E1950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ACD1FC-BA5F-538C-2E78-96D92EC83AC2}"/>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3734463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565C21-0E12-96AD-A3C4-268FEB3057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241BA1-FF3F-A37F-D56D-7F18916AFA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57CAD1-8181-4AFA-CBA8-3D81080E155E}"/>
              </a:ext>
            </a:extLst>
          </p:cNvPr>
          <p:cNvSpPr>
            <a:spLocks noGrp="1"/>
          </p:cNvSpPr>
          <p:nvPr>
            <p:ph type="dt" sz="half" idx="10"/>
          </p:nvPr>
        </p:nvSpPr>
        <p:spPr/>
        <p:txBody>
          <a:bodyPr/>
          <a:lstStyle/>
          <a:p>
            <a:fld id="{02FBFE79-A612-4D26-84E8-A006BE0E6738}" type="datetimeFigureOut">
              <a:rPr lang="en-IN" smtClean="0"/>
              <a:t>28-03-2025</a:t>
            </a:fld>
            <a:endParaRPr lang="en-IN"/>
          </a:p>
        </p:txBody>
      </p:sp>
      <p:sp>
        <p:nvSpPr>
          <p:cNvPr id="5" name="Footer Placeholder 4">
            <a:extLst>
              <a:ext uri="{FF2B5EF4-FFF2-40B4-BE49-F238E27FC236}">
                <a16:creationId xmlns:a16="http://schemas.microsoft.com/office/drawing/2014/main" id="{E904A3C2-D071-6BFE-BD2F-BEBCE2BD99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5995D4-B54F-BDEF-20F6-3D7E5151D04C}"/>
              </a:ext>
            </a:extLst>
          </p:cNvPr>
          <p:cNvSpPr>
            <a:spLocks noGrp="1"/>
          </p:cNvSpPr>
          <p:nvPr>
            <p:ph type="sldNum" sz="quarter" idx="12"/>
          </p:nvPr>
        </p:nvSpPr>
        <p:spPr/>
        <p:txBody>
          <a:bodyPr/>
          <a:lstStyle/>
          <a:p>
            <a:fld id="{D433C5BD-6E80-482E-A770-8D70A822D27D}" type="slidenum">
              <a:rPr lang="en-IN" smtClean="0"/>
              <a:t>‹#›</a:t>
            </a:fld>
            <a:endParaRPr lang="en-IN"/>
          </a:p>
        </p:txBody>
      </p:sp>
    </p:spTree>
    <p:extLst>
      <p:ext uri="{BB962C8B-B14F-4D97-AF65-F5344CB8AC3E}">
        <p14:creationId xmlns:p14="http://schemas.microsoft.com/office/powerpoint/2010/main" val="4209963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4D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CECDEB-9318-8DB8-1233-DA21FCD58B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F761B8-72DC-92A4-94CD-49CAB4841E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D8973D-1390-E798-5364-68B393B2D2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FBFE79-A612-4D26-84E8-A006BE0E6738}" type="datetimeFigureOut">
              <a:rPr lang="en-IN" smtClean="0"/>
              <a:t>28-03-2025</a:t>
            </a:fld>
            <a:endParaRPr lang="en-IN"/>
          </a:p>
        </p:txBody>
      </p:sp>
      <p:sp>
        <p:nvSpPr>
          <p:cNvPr id="5" name="Footer Placeholder 4">
            <a:extLst>
              <a:ext uri="{FF2B5EF4-FFF2-40B4-BE49-F238E27FC236}">
                <a16:creationId xmlns:a16="http://schemas.microsoft.com/office/drawing/2014/main" id="{7E9FD2A7-9016-681A-11AA-BD3B892E63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9971F5-D2FC-DAE4-AA30-421950A44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33C5BD-6E80-482E-A770-8D70A822D27D}" type="slidenum">
              <a:rPr lang="en-IN" smtClean="0"/>
              <a:t>‹#›</a:t>
            </a:fld>
            <a:endParaRPr lang="en-IN"/>
          </a:p>
        </p:txBody>
      </p:sp>
    </p:spTree>
    <p:extLst>
      <p:ext uri="{BB962C8B-B14F-4D97-AF65-F5344CB8AC3E}">
        <p14:creationId xmlns:p14="http://schemas.microsoft.com/office/powerpoint/2010/main" val="2311117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8914-CE56-1A7F-734F-F06424008D94}"/>
              </a:ext>
            </a:extLst>
          </p:cNvPr>
          <p:cNvSpPr>
            <a:spLocks noGrp="1"/>
          </p:cNvSpPr>
          <p:nvPr>
            <p:ph type="ctrTitle"/>
          </p:nvPr>
        </p:nvSpPr>
        <p:spPr>
          <a:xfrm>
            <a:off x="-472966" y="1870515"/>
            <a:ext cx="9543394" cy="2175967"/>
          </a:xfrm>
        </p:spPr>
        <p:txBody>
          <a:bodyPr>
            <a:normAutofit fontScale="90000"/>
          </a:bodyPr>
          <a:lstStyle/>
          <a:p>
            <a:r>
              <a:rPr lang="en-US" sz="4000" dirty="0">
                <a:solidFill>
                  <a:srgbClr val="233939"/>
                </a:solidFill>
                <a:latin typeface="Candara" panose="020E0502030303020204" pitchFamily="34" charset="0"/>
                <a:ea typeface="Syne Bold" pitchFamily="34" charset="-122"/>
                <a:cs typeface="Syne Bold" pitchFamily="34" charset="-120"/>
              </a:rPr>
              <a:t>MAJOR PROJECT</a:t>
            </a:r>
            <a:br>
              <a:rPr lang="en-US" sz="4000" b="1" dirty="0">
                <a:solidFill>
                  <a:srgbClr val="233939"/>
                </a:solidFill>
                <a:latin typeface="Candara" panose="020E0502030303020204" pitchFamily="34" charset="0"/>
                <a:ea typeface="Syne Bold" pitchFamily="34" charset="-122"/>
                <a:cs typeface="Syne Bold" pitchFamily="34" charset="-120"/>
              </a:rPr>
            </a:br>
            <a:r>
              <a:rPr lang="en-US" sz="3100" dirty="0">
                <a:solidFill>
                  <a:srgbClr val="233939"/>
                </a:solidFill>
                <a:latin typeface="Candara" panose="020E0502030303020204" pitchFamily="34" charset="0"/>
                <a:ea typeface="Syne Bold" pitchFamily="34" charset="-122"/>
                <a:cs typeface="Syne Bold" pitchFamily="34" charset="-120"/>
              </a:rPr>
              <a:t>ON</a:t>
            </a:r>
            <a:br>
              <a:rPr lang="en-US" sz="4000" b="1" dirty="0">
                <a:solidFill>
                  <a:srgbClr val="233939"/>
                </a:solidFill>
                <a:latin typeface="Candara" panose="020E0502030303020204" pitchFamily="34" charset="0"/>
                <a:ea typeface="Syne Bold" pitchFamily="34" charset="-122"/>
                <a:cs typeface="Syne Bold" pitchFamily="34" charset="-120"/>
              </a:rPr>
            </a:br>
            <a:r>
              <a:rPr lang="en-US" sz="3600" b="1" dirty="0">
                <a:solidFill>
                  <a:srgbClr val="233939"/>
                </a:solidFill>
                <a:latin typeface="Candara" panose="020E0502030303020204" pitchFamily="34" charset="0"/>
                <a:ea typeface="Syne Bold" pitchFamily="34" charset="-122"/>
                <a:cs typeface="Syne Bold" pitchFamily="34" charset="-120"/>
              </a:rPr>
              <a:t>Identification of Counterfeit Products Using Blockchain Technology</a:t>
            </a:r>
            <a:br>
              <a:rPr lang="en-US" sz="3600" b="1" dirty="0">
                <a:solidFill>
                  <a:srgbClr val="233939"/>
                </a:solidFill>
                <a:latin typeface="Candara" panose="020E0502030303020204" pitchFamily="34" charset="0"/>
                <a:ea typeface="Syne Bold" pitchFamily="34" charset="-122"/>
                <a:cs typeface="Syne Bold" pitchFamily="34" charset="-120"/>
              </a:rPr>
            </a:br>
            <a:br>
              <a:rPr lang="en-US" sz="4000" dirty="0">
                <a:latin typeface="Candara" panose="020E0502030303020204" pitchFamily="34" charset="0"/>
              </a:rPr>
            </a:br>
            <a:endParaRPr lang="en-IN" sz="4000" dirty="0"/>
          </a:p>
        </p:txBody>
      </p:sp>
      <p:sp>
        <p:nvSpPr>
          <p:cNvPr id="3" name="Subtitle 2">
            <a:extLst>
              <a:ext uri="{FF2B5EF4-FFF2-40B4-BE49-F238E27FC236}">
                <a16:creationId xmlns:a16="http://schemas.microsoft.com/office/drawing/2014/main" id="{5C859BFB-AEAF-01B2-720A-CCC5FE80EF23}"/>
              </a:ext>
            </a:extLst>
          </p:cNvPr>
          <p:cNvSpPr>
            <a:spLocks noGrp="1"/>
          </p:cNvSpPr>
          <p:nvPr>
            <p:ph type="subTitle" idx="1"/>
          </p:nvPr>
        </p:nvSpPr>
        <p:spPr>
          <a:xfrm>
            <a:off x="409904" y="3342105"/>
            <a:ext cx="9144000" cy="1655762"/>
          </a:xfrm>
          <a:noFill/>
        </p:spPr>
        <p:txBody>
          <a:bodyPr>
            <a:normAutofit fontScale="25000" lnSpcReduction="20000"/>
          </a:bodyPr>
          <a:lstStyle/>
          <a:p>
            <a:pPr algn="l">
              <a:tabLst>
                <a:tab pos="355600" algn="l"/>
              </a:tabLst>
            </a:pPr>
            <a:r>
              <a:rPr lang="en-US" sz="9600" b="1" dirty="0">
                <a:latin typeface="Times New Roman" panose="02020603050405020304" pitchFamily="18" charset="0"/>
                <a:cs typeface="Times New Roman" panose="02020603050405020304" pitchFamily="18" charset="0"/>
              </a:rPr>
              <a:t>Department of Information Technology</a:t>
            </a:r>
          </a:p>
          <a:p>
            <a:pPr algn="l">
              <a:tabLst>
                <a:tab pos="355600" algn="l"/>
              </a:tabLst>
            </a:pPr>
            <a:endParaRPr lang="en-US" sz="7400" b="1" dirty="0">
              <a:latin typeface="Times New Roman" panose="02020603050405020304" pitchFamily="18" charset="0"/>
              <a:cs typeface="Times New Roman" panose="02020603050405020304" pitchFamily="18" charset="0"/>
            </a:endParaRPr>
          </a:p>
          <a:p>
            <a:pPr algn="l">
              <a:tabLst>
                <a:tab pos="355600" algn="l"/>
              </a:tabLst>
            </a:pPr>
            <a:r>
              <a:rPr lang="en-US" sz="8000" b="1" dirty="0">
                <a:latin typeface="Times New Roman" panose="02020603050405020304" pitchFamily="18" charset="0"/>
                <a:cs typeface="Times New Roman" panose="02020603050405020304" pitchFamily="18" charset="0"/>
              </a:rPr>
              <a:t>By Group(09)</a:t>
            </a:r>
          </a:p>
          <a:p>
            <a:pPr algn="l">
              <a:tabLst>
                <a:tab pos="355600" algn="l"/>
              </a:tabLst>
            </a:pPr>
            <a:r>
              <a:rPr lang="en-US" sz="8000" dirty="0">
                <a:latin typeface="Times New Roman" panose="02020603050405020304" pitchFamily="18" charset="0"/>
                <a:cs typeface="Times New Roman" panose="02020603050405020304" pitchFamily="18" charset="0"/>
              </a:rPr>
              <a:t>T. Ruchitha             : 21671A1254</a:t>
            </a:r>
          </a:p>
          <a:p>
            <a:pPr algn="l">
              <a:tabLst>
                <a:tab pos="355600" algn="l"/>
              </a:tabLst>
            </a:pPr>
            <a:r>
              <a:rPr lang="en-US" sz="8000" dirty="0">
                <a:latin typeface="Times New Roman" panose="02020603050405020304" pitchFamily="18" charset="0"/>
                <a:cs typeface="Times New Roman" panose="02020603050405020304" pitchFamily="18" charset="0"/>
              </a:rPr>
              <a:t>P. </a:t>
            </a:r>
            <a:r>
              <a:rPr lang="en-US" sz="8000" dirty="0" err="1">
                <a:latin typeface="Times New Roman" panose="02020603050405020304" pitchFamily="18" charset="0"/>
                <a:cs typeface="Times New Roman" panose="02020603050405020304" pitchFamily="18" charset="0"/>
              </a:rPr>
              <a:t>Saiteja</a:t>
            </a:r>
            <a:r>
              <a:rPr lang="en-US" sz="8000" dirty="0">
                <a:latin typeface="Times New Roman" panose="02020603050405020304" pitchFamily="18" charset="0"/>
                <a:cs typeface="Times New Roman" panose="02020603050405020304" pitchFamily="18" charset="0"/>
              </a:rPr>
              <a:t>                 : </a:t>
            </a:r>
            <a:r>
              <a:rPr lang="en-US" sz="8000" dirty="0">
                <a:latin typeface="Times New Roman" panose="02020603050405020304" pitchFamily="18" charset="0"/>
                <a:ea typeface="Cambria" panose="02040503050406030204" pitchFamily="18" charset="0"/>
                <a:cs typeface="Times New Roman" panose="02020603050405020304" pitchFamily="18" charset="0"/>
              </a:rPr>
              <a:t>22675A1205</a:t>
            </a:r>
          </a:p>
          <a:p>
            <a:pPr algn="l">
              <a:tabLst>
                <a:tab pos="355600" algn="l"/>
              </a:tabLst>
            </a:pPr>
            <a:r>
              <a:rPr lang="en-US" sz="8000" dirty="0">
                <a:latin typeface="Times New Roman" panose="02020603050405020304" pitchFamily="18" charset="0"/>
                <a:ea typeface="Cambria" panose="02040503050406030204" pitchFamily="18" charset="0"/>
                <a:cs typeface="Times New Roman" panose="02020603050405020304" pitchFamily="18" charset="0"/>
              </a:rPr>
              <a:t>S. Vigneshwar         : 21671A1245</a:t>
            </a:r>
          </a:p>
          <a:p>
            <a:pPr algn="l">
              <a:tabLst>
                <a:tab pos="355600" algn="l"/>
              </a:tabLst>
            </a:pPr>
            <a:endParaRPr lang="en-US" sz="7400" b="1" dirty="0">
              <a:latin typeface="Times New Roman" panose="02020603050405020304" pitchFamily="18" charset="0"/>
              <a:ea typeface="Cambria" panose="02040503050406030204" pitchFamily="18" charset="0"/>
              <a:cs typeface="Times New Roman" panose="02020603050405020304" pitchFamily="18" charset="0"/>
            </a:endParaRPr>
          </a:p>
          <a:p>
            <a:pPr algn="l">
              <a:tabLst>
                <a:tab pos="355600" algn="l"/>
              </a:tabLst>
            </a:pPr>
            <a:r>
              <a:rPr lang="en-US" sz="7400" b="1" dirty="0">
                <a:latin typeface="Times New Roman" panose="02020603050405020304" pitchFamily="18" charset="0"/>
                <a:ea typeface="Cambria" panose="02040503050406030204" pitchFamily="18" charset="0"/>
                <a:cs typeface="Times New Roman" panose="02020603050405020304" pitchFamily="18" charset="0"/>
              </a:rPr>
              <a:t>Under the Guidance: </a:t>
            </a:r>
            <a:r>
              <a:rPr lang="en-US" sz="7400" dirty="0">
                <a:latin typeface="Times New Roman" panose="02020603050405020304" pitchFamily="18" charset="0"/>
                <a:ea typeface="Cambria" panose="02040503050406030204" pitchFamily="18" charset="0"/>
                <a:cs typeface="Times New Roman" panose="02020603050405020304" pitchFamily="18" charset="0"/>
              </a:rPr>
              <a:t>Dr. G. Kumar</a:t>
            </a:r>
          </a:p>
          <a:p>
            <a:pPr algn="l">
              <a:tabLst>
                <a:tab pos="355600" algn="l"/>
              </a:tabLst>
            </a:pPr>
            <a:r>
              <a:rPr lang="en-US" sz="7400" dirty="0">
                <a:latin typeface="Times New Roman" panose="02020603050405020304" pitchFamily="18" charset="0"/>
                <a:ea typeface="Cambria" panose="02040503050406030204" pitchFamily="18" charset="0"/>
                <a:cs typeface="Times New Roman" panose="02020603050405020304" pitchFamily="18" charset="0"/>
              </a:rPr>
              <a:t>                                     Assistant professor</a:t>
            </a:r>
          </a:p>
          <a:p>
            <a:pPr algn="l">
              <a:tabLst>
                <a:tab pos="355600" algn="l"/>
              </a:tabLst>
            </a:pPr>
            <a:r>
              <a:rPr lang="en-US" sz="7400" dirty="0">
                <a:latin typeface="Times New Roman" panose="02020603050405020304" pitchFamily="18" charset="0"/>
                <a:ea typeface="Cambria" panose="02040503050406030204" pitchFamily="18" charset="0"/>
                <a:cs typeface="Times New Roman" panose="02020603050405020304" pitchFamily="18" charset="0"/>
              </a:rPr>
              <a:t>                                     Information Technology</a:t>
            </a:r>
          </a:p>
          <a:p>
            <a:pPr algn="l">
              <a:tabLst>
                <a:tab pos="355600" algn="l"/>
              </a:tabLst>
            </a:pPr>
            <a:endParaRPr lang="en-US" sz="7400" b="1" dirty="0">
              <a:latin typeface="Californian FB" panose="0207040306080B030204" pitchFamily="18" charset="0"/>
            </a:endParaRPr>
          </a:p>
          <a:p>
            <a:endParaRPr lang="en-IN" dirty="0"/>
          </a:p>
        </p:txBody>
      </p:sp>
      <p:pic>
        <p:nvPicPr>
          <p:cNvPr id="6" name="Image 0" descr="preencoded.png">
            <a:extLst>
              <a:ext uri="{FF2B5EF4-FFF2-40B4-BE49-F238E27FC236}">
                <a16:creationId xmlns:a16="http://schemas.microsoft.com/office/drawing/2014/main" id="{214D1293-DA7A-044C-6D19-5F0C9EB89CB4}"/>
              </a:ext>
            </a:extLst>
          </p:cNvPr>
          <p:cNvPicPr>
            <a:picLocks noChangeAspect="1"/>
          </p:cNvPicPr>
          <p:nvPr/>
        </p:nvPicPr>
        <p:blipFill>
          <a:blip r:embed="rId3"/>
          <a:stretch>
            <a:fillRect/>
          </a:stretch>
        </p:blipFill>
        <p:spPr>
          <a:xfrm>
            <a:off x="8523890" y="1"/>
            <a:ext cx="3668110" cy="6857999"/>
          </a:xfrm>
          <a:prstGeom prst="rect">
            <a:avLst/>
          </a:prstGeom>
        </p:spPr>
      </p:pic>
      <p:pic>
        <p:nvPicPr>
          <p:cNvPr id="7" name="Picture 6">
            <a:extLst>
              <a:ext uri="{FF2B5EF4-FFF2-40B4-BE49-F238E27FC236}">
                <a16:creationId xmlns:a16="http://schemas.microsoft.com/office/drawing/2014/main" id="{6BDF5ABB-7C02-3F2F-6E8A-BF499A31F0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7220607" cy="889025"/>
          </a:xfrm>
          <a:prstGeom prst="rect">
            <a:avLst/>
          </a:prstGeom>
        </p:spPr>
      </p:pic>
      <p:pic>
        <p:nvPicPr>
          <p:cNvPr id="9" name="Picture 8">
            <a:extLst>
              <a:ext uri="{FF2B5EF4-FFF2-40B4-BE49-F238E27FC236}">
                <a16:creationId xmlns:a16="http://schemas.microsoft.com/office/drawing/2014/main" id="{3DA506A7-A9DE-245A-69A5-5C10F2A2C5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4690" y="0"/>
            <a:ext cx="1219200" cy="865239"/>
          </a:xfrm>
          <a:prstGeom prst="rect">
            <a:avLst/>
          </a:prstGeom>
        </p:spPr>
      </p:pic>
    </p:spTree>
    <p:extLst>
      <p:ext uri="{BB962C8B-B14F-4D97-AF65-F5344CB8AC3E}">
        <p14:creationId xmlns:p14="http://schemas.microsoft.com/office/powerpoint/2010/main" val="1095598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0642E-7EA1-06B0-D382-89642FDB921E}"/>
              </a:ext>
            </a:extLst>
          </p:cNvPr>
          <p:cNvSpPr>
            <a:spLocks noGrp="1"/>
          </p:cNvSpPr>
          <p:nvPr>
            <p:ph type="title"/>
          </p:nvPr>
        </p:nvSpPr>
        <p:spPr>
          <a:xfrm>
            <a:off x="838200" y="81345"/>
            <a:ext cx="10515600" cy="1325563"/>
          </a:xfrm>
        </p:spPr>
        <p:txBody>
          <a:bodyPr>
            <a:normAutofit/>
          </a:bodyPr>
          <a:lstStyle/>
          <a:p>
            <a:r>
              <a:rPr lang="en-US" sz="4000" dirty="0">
                <a:latin typeface="Times New Roman" panose="02020603050405020304" pitchFamily="18" charset="0"/>
                <a:cs typeface="Times New Roman" panose="02020603050405020304" pitchFamily="18" charset="0"/>
              </a:rPr>
              <a:t>List of Contents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02821B-E712-A52A-B0DA-725BC6F3F03B}"/>
              </a:ext>
            </a:extLst>
          </p:cNvPr>
          <p:cNvSpPr>
            <a:spLocks noGrp="1"/>
          </p:cNvSpPr>
          <p:nvPr>
            <p:ph idx="1"/>
          </p:nvPr>
        </p:nvSpPr>
        <p:spPr>
          <a:xfrm>
            <a:off x="838200" y="1179238"/>
            <a:ext cx="11353800" cy="5678762"/>
          </a:xfrm>
        </p:spPr>
        <p:txBody>
          <a:bodyPr>
            <a:normAutofit fontScale="62500" lnSpcReduction="20000"/>
          </a:bodyPr>
          <a:lstStyle/>
          <a:p>
            <a:r>
              <a:rPr lang="en-US" sz="3200" dirty="0">
                <a:latin typeface="Times New Roman" panose="02020603050405020304" pitchFamily="18" charset="0"/>
                <a:cs typeface="Times New Roman" panose="02020603050405020304" pitchFamily="18" charset="0"/>
              </a:rPr>
              <a:t>Problem Statement</a:t>
            </a:r>
          </a:p>
          <a:p>
            <a:r>
              <a:rPr lang="en-US" sz="3200" dirty="0">
                <a:latin typeface="Times New Roman" panose="02020603050405020304" pitchFamily="18" charset="0"/>
                <a:cs typeface="Times New Roman" panose="02020603050405020304" pitchFamily="18" charset="0"/>
              </a:rPr>
              <a:t>Abstract</a:t>
            </a:r>
          </a:p>
          <a:p>
            <a:r>
              <a:rPr lang="en-US" sz="3200" dirty="0">
                <a:latin typeface="Times New Roman" panose="02020603050405020304" pitchFamily="18" charset="0"/>
                <a:cs typeface="Times New Roman" panose="02020603050405020304" pitchFamily="18" charset="0"/>
              </a:rPr>
              <a:t>Existing System</a:t>
            </a:r>
          </a:p>
          <a:p>
            <a:r>
              <a:rPr lang="en-US" sz="3200" dirty="0">
                <a:latin typeface="Times New Roman" panose="02020603050405020304" pitchFamily="18" charset="0"/>
                <a:cs typeface="Times New Roman" panose="02020603050405020304" pitchFamily="18" charset="0"/>
              </a:rPr>
              <a:t>Advantages and Disadvantages (Existing System)</a:t>
            </a:r>
          </a:p>
          <a:p>
            <a:r>
              <a:rPr lang="en-US" sz="3200" dirty="0">
                <a:latin typeface="Times New Roman" panose="02020603050405020304" pitchFamily="18" charset="0"/>
                <a:cs typeface="Times New Roman" panose="02020603050405020304" pitchFamily="18" charset="0"/>
              </a:rPr>
              <a:t>Proposed System</a:t>
            </a:r>
          </a:p>
          <a:p>
            <a:r>
              <a:rPr lang="en-US" sz="3200" dirty="0">
                <a:latin typeface="Times New Roman" panose="02020603050405020304" pitchFamily="18" charset="0"/>
                <a:cs typeface="Times New Roman" panose="02020603050405020304" pitchFamily="18" charset="0"/>
              </a:rPr>
              <a:t>Advantages and Disadvantages (Proposed System)</a:t>
            </a:r>
          </a:p>
          <a:p>
            <a:r>
              <a:rPr lang="en-US" sz="3200" dirty="0">
                <a:latin typeface="Times New Roman" panose="02020603050405020304" pitchFamily="18" charset="0"/>
                <a:cs typeface="Times New Roman" panose="02020603050405020304" pitchFamily="18" charset="0"/>
              </a:rPr>
              <a:t>Software Requirements</a:t>
            </a:r>
          </a:p>
          <a:p>
            <a:r>
              <a:rPr lang="en-US" sz="3200" dirty="0">
                <a:latin typeface="Times New Roman" panose="02020603050405020304" pitchFamily="18" charset="0"/>
                <a:cs typeface="Times New Roman" panose="02020603050405020304" pitchFamily="18" charset="0"/>
              </a:rPr>
              <a:t>Hardware  Requirements</a:t>
            </a:r>
          </a:p>
          <a:p>
            <a:r>
              <a:rPr lang="en-US" sz="3200" dirty="0">
                <a:latin typeface="Times New Roman" panose="02020603050405020304" pitchFamily="18" charset="0"/>
                <a:cs typeface="Times New Roman" panose="02020603050405020304" pitchFamily="18" charset="0"/>
              </a:rPr>
              <a:t>Modules</a:t>
            </a:r>
          </a:p>
          <a:p>
            <a:r>
              <a:rPr lang="en-US" sz="3200" dirty="0">
                <a:latin typeface="Times New Roman" panose="02020603050405020304" pitchFamily="18" charset="0"/>
                <a:cs typeface="Times New Roman" panose="02020603050405020304" pitchFamily="18" charset="0"/>
              </a:rPr>
              <a:t>System Architecture</a:t>
            </a:r>
          </a:p>
          <a:p>
            <a:r>
              <a:rPr lang="en-US" sz="3200" dirty="0">
                <a:latin typeface="Times New Roman" panose="02020603050405020304" pitchFamily="18" charset="0"/>
                <a:cs typeface="Times New Roman" panose="02020603050405020304" pitchFamily="18" charset="0"/>
              </a:rPr>
              <a:t>UML Diagrams</a:t>
            </a:r>
          </a:p>
          <a:p>
            <a:r>
              <a:rPr lang="en-US" sz="3200" dirty="0">
                <a:latin typeface="Times New Roman" panose="02020603050405020304" pitchFamily="18" charset="0"/>
                <a:cs typeface="Times New Roman" panose="02020603050405020304" pitchFamily="18" charset="0"/>
              </a:rPr>
              <a:t>Steps</a:t>
            </a:r>
          </a:p>
          <a:p>
            <a:r>
              <a:rPr lang="en-US" sz="3200" dirty="0">
                <a:latin typeface="Times New Roman" panose="02020603050405020304" pitchFamily="18" charset="0"/>
                <a:cs typeface="Times New Roman" panose="02020603050405020304" pitchFamily="18" charset="0"/>
              </a:rPr>
              <a:t>SHA-256 Algorithm</a:t>
            </a:r>
          </a:p>
          <a:p>
            <a:r>
              <a:rPr lang="en-US" sz="3200" dirty="0">
                <a:latin typeface="Times New Roman" panose="02020603050405020304" pitchFamily="18" charset="0"/>
                <a:cs typeface="Times New Roman" panose="02020603050405020304" pitchFamily="18" charset="0"/>
              </a:rPr>
              <a:t>Results</a:t>
            </a:r>
          </a:p>
          <a:p>
            <a:r>
              <a:rPr lang="en-US" sz="3200" dirty="0">
                <a:latin typeface="Times New Roman" panose="02020603050405020304" pitchFamily="18" charset="0"/>
                <a:cs typeface="Times New Roman" panose="02020603050405020304" pitchFamily="18" charset="0"/>
              </a:rPr>
              <a:t>Conclusion</a:t>
            </a:r>
          </a:p>
          <a:p>
            <a:r>
              <a:rPr lang="en-US" sz="3200" dirty="0">
                <a:latin typeface="Times New Roman" panose="02020603050405020304" pitchFamily="18" charset="0"/>
                <a:cs typeface="Times New Roman" panose="02020603050405020304" pitchFamily="18" charset="0"/>
              </a:rPr>
              <a:t>References</a:t>
            </a:r>
          </a:p>
          <a:p>
            <a:endParaRPr lang="en-US" sz="3200" dirty="0"/>
          </a:p>
          <a:p>
            <a:endParaRPr lang="en-US" sz="3200" dirty="0"/>
          </a:p>
          <a:p>
            <a:endParaRPr lang="en-IN" dirty="0"/>
          </a:p>
        </p:txBody>
      </p:sp>
    </p:spTree>
    <p:extLst>
      <p:ext uri="{BB962C8B-B14F-4D97-AF65-F5344CB8AC3E}">
        <p14:creationId xmlns:p14="http://schemas.microsoft.com/office/powerpoint/2010/main" val="2950146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C5C1-EA91-00BB-2E49-5DB1F014EB91}"/>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0DEB7D-9E03-AD47-E716-645F8A7E7F84}"/>
              </a:ext>
            </a:extLst>
          </p:cNvPr>
          <p:cNvSpPr>
            <a:spLocks noGrp="1"/>
          </p:cNvSpPr>
          <p:nvPr>
            <p:ph idx="1"/>
          </p:nvPr>
        </p:nvSpPr>
        <p:spPr>
          <a:xfrm>
            <a:off x="838200" y="1447252"/>
            <a:ext cx="10670628" cy="4816913"/>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Most of the Consumers purchase from remote locations, there is a risk of receiving fake products. This bogus products harms both the client and company’s reputation. Before dealing with this problem, there is no correct solution. Blockchain is the promising developing technology for this issue.</a:t>
            </a:r>
          </a:p>
          <a:p>
            <a:pPr marL="0" indent="0">
              <a:buNone/>
            </a:pPr>
            <a:r>
              <a:rPr lang="en-US" sz="2400" dirty="0">
                <a:latin typeface="Times New Roman" panose="02020603050405020304" pitchFamily="18" charset="0"/>
                <a:cs typeface="Times New Roman" panose="02020603050405020304" pitchFamily="18" charset="0"/>
              </a:rPr>
              <a:t>The problems in the society are as follows:</a:t>
            </a:r>
          </a:p>
          <a:p>
            <a:r>
              <a:rPr lang="en-US" sz="2400" b="1" dirty="0">
                <a:latin typeface="Times New Roman" panose="02020603050405020304" pitchFamily="18" charset="0"/>
                <a:cs typeface="Times New Roman" panose="02020603050405020304" pitchFamily="18" charset="0"/>
              </a:rPr>
              <a:t>Fake products : </a:t>
            </a:r>
            <a:r>
              <a:rPr lang="en-US" sz="2400" dirty="0">
                <a:latin typeface="Times New Roman" panose="02020603050405020304" pitchFamily="18" charset="0"/>
                <a:cs typeface="Times New Roman" panose="02020603050405020304" pitchFamily="18" charset="0"/>
              </a:rPr>
              <a:t>The market is flooded with fake products, leading to financial losses and reputational damage for brands.</a:t>
            </a:r>
          </a:p>
          <a:p>
            <a:r>
              <a:rPr lang="en-US" sz="2400" b="1" dirty="0">
                <a:latin typeface="Times New Roman" panose="02020603050405020304" pitchFamily="18" charset="0"/>
                <a:cs typeface="Times New Roman" panose="02020603050405020304" pitchFamily="18" charset="0"/>
              </a:rPr>
              <a:t>Inefficient Verification : </a:t>
            </a:r>
            <a:r>
              <a:rPr lang="en-US" sz="2400" dirty="0">
                <a:latin typeface="Times New Roman" panose="02020603050405020304" pitchFamily="18" charset="0"/>
                <a:cs typeface="Times New Roman" panose="02020603050405020304" pitchFamily="18" charset="0"/>
              </a:rPr>
              <a:t>Current methods for verifying product authenticity are prone to manipulation and error, making them unreliable.</a:t>
            </a:r>
          </a:p>
          <a:p>
            <a:r>
              <a:rPr lang="en-US" sz="2400" b="1" dirty="0">
                <a:latin typeface="Times New Roman" panose="02020603050405020304" pitchFamily="18" charset="0"/>
                <a:cs typeface="Times New Roman" panose="02020603050405020304" pitchFamily="18" charset="0"/>
              </a:rPr>
              <a:t>High Cost of Fraud Prevention : </a:t>
            </a:r>
            <a:r>
              <a:rPr lang="en-US" sz="2400" dirty="0">
                <a:latin typeface="Times New Roman" panose="02020603050405020304" pitchFamily="18" charset="0"/>
                <a:cs typeface="Times New Roman" panose="02020603050405020304" pitchFamily="18" charset="0"/>
              </a:rPr>
              <a:t>Traditional fraud detection and prevention measures such as Holograms, Barcodes, RFID Tags, Third Party Authentication especially for luxury goods are costly and often fail to fully eliminate the risk of fake products.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0788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EB305-7D96-75C7-7665-8F9226BB751B}"/>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Abstract</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AD6C24-7605-7BEC-4BEA-4E58D6CF8E38}"/>
              </a:ext>
            </a:extLst>
          </p:cNvPr>
          <p:cNvSpPr>
            <a:spLocks noGrp="1"/>
          </p:cNvSpPr>
          <p:nvPr>
            <p:ph idx="1"/>
          </p:nvPr>
        </p:nvSpPr>
        <p:spPr>
          <a:xfrm>
            <a:off x="838200" y="1521044"/>
            <a:ext cx="10515600" cy="435133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Blockchain is an innovative technology that might change computing in the future and offer more innovative solutions across several sectors. The emergence of cryptocurrencies has increased its appeal. Blockchain Technology is proposed as a solution to prevent counterfeit products.</a:t>
            </a:r>
          </a:p>
          <a:p>
            <a:pPr marL="0" indent="0">
              <a:buNone/>
            </a:pPr>
            <a:r>
              <a:rPr lang="en-US" sz="2400" dirty="0">
                <a:latin typeface="Times New Roman" panose="02020603050405020304" pitchFamily="18" charset="0"/>
                <a:cs typeface="Times New Roman" panose="02020603050405020304" pitchFamily="18" charset="0"/>
              </a:rPr>
              <a:t>A decentralized system allows customers to verify product authenticity without relying on intermediaries. Blockchain ensures product verification is accurate and tamper-proof.</a:t>
            </a:r>
          </a:p>
          <a:p>
            <a:pPr marL="0" indent="0">
              <a:buNone/>
            </a:pP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85684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7D0C4-7086-450D-AFF7-6C6F0D619788}"/>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Existing System</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6505DD7-87B8-D0CE-C293-950BBF5C69B5}"/>
              </a:ext>
            </a:extLst>
          </p:cNvPr>
          <p:cNvSpPr>
            <a:spLocks noGrp="1"/>
          </p:cNvSpPr>
          <p:nvPr>
            <p:ph idx="1"/>
          </p:nvPr>
        </p:nvSpPr>
        <p:spPr>
          <a:xfrm>
            <a:off x="838200" y="1510315"/>
            <a:ext cx="10515600" cy="4351338"/>
          </a:xfrm>
        </p:spPr>
        <p:txBody>
          <a:bodyPr/>
          <a:lstStyle/>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Over the years, there’s been increased adoption of cloud based SCM(Supply chain management). According to the researchers, the structure of cloud storage is central.</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The use of a frequency identification tag in the detection of counterfeit goods. RFID(Radio frequency identification tags) collects and stores data using low-frequency radio waves.</a:t>
            </a:r>
            <a:endParaRPr lang="en-IN" sz="24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852759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0EC9A-D4D8-1949-3B41-69EC833F3061}"/>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Advantages And Disadvantages of Existing System</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7610B3-C933-217C-161E-72924686A6E8}"/>
              </a:ext>
            </a:extLst>
          </p:cNvPr>
          <p:cNvSpPr>
            <a:spLocks noGrp="1"/>
          </p:cNvSpPr>
          <p:nvPr>
            <p:ph idx="1"/>
          </p:nvPr>
        </p:nvSpPr>
        <p:spPr/>
        <p:txBody>
          <a:bodyPr>
            <a:normAutofit fontScale="92500"/>
          </a:bodyPr>
          <a:lstStyle/>
          <a:p>
            <a:pPr marL="0" indent="0">
              <a:buNone/>
            </a:pPr>
            <a:r>
              <a:rPr lang="en-US" sz="2600" b="1" dirty="0">
                <a:latin typeface="Times New Roman" panose="02020603050405020304" pitchFamily="18" charset="0"/>
                <a:cs typeface="Times New Roman" panose="02020603050405020304" pitchFamily="18" charset="0"/>
              </a:rPr>
              <a:t>Advantages:</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Cloud based SCM systems are more scalable and efficient.</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RFID tags eliminates the need for physical inspection of verification process.</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RFID tags can store product information such as manufacturing date, batch number and other relevant details.</a:t>
            </a:r>
          </a:p>
          <a:p>
            <a:pPr marL="0" indent="0">
              <a:buNone/>
            </a:pPr>
            <a:r>
              <a:rPr lang="en-US" sz="2600" b="1" dirty="0">
                <a:latin typeface="Times New Roman" panose="02020603050405020304" pitchFamily="18" charset="0"/>
                <a:cs typeface="Times New Roman" panose="02020603050405020304" pitchFamily="18" charset="0"/>
              </a:rPr>
              <a:t>Disadvantages:</a:t>
            </a:r>
          </a:p>
          <a:p>
            <a:pPr marL="457200" indent="-457200">
              <a:buAutoNum type="arabicPeriod"/>
            </a:pPr>
            <a:r>
              <a:rPr lang="en-IN" sz="2600" dirty="0">
                <a:latin typeface="Times New Roman" panose="02020603050405020304" pitchFamily="18" charset="0"/>
                <a:cs typeface="Times New Roman" panose="02020603050405020304" pitchFamily="18" charset="0"/>
              </a:rPr>
              <a:t>As cloud based systems are centralized, it needs intermediaries and the authenticity of the product may not be verified.</a:t>
            </a:r>
          </a:p>
          <a:p>
            <a:pPr marL="457200" indent="-457200">
              <a:buAutoNum type="arabicPeriod"/>
            </a:pPr>
            <a:r>
              <a:rPr lang="en-IN" sz="2600" dirty="0">
                <a:latin typeface="Times New Roman" panose="02020603050405020304" pitchFamily="18" charset="0"/>
                <a:cs typeface="Times New Roman" panose="02020603050405020304" pitchFamily="18" charset="0"/>
              </a:rPr>
              <a:t>Implementing an RFID system can be expensive, especially for small and medium-sized businesses due to the cost of tags, readers and infrastructure.</a:t>
            </a: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217202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20D5E-D692-3BD1-2732-B8BBED3F35DC}"/>
              </a:ext>
            </a:extLst>
          </p:cNvPr>
          <p:cNvSpPr>
            <a:spLocks noGrp="1"/>
          </p:cNvSpPr>
          <p:nvPr>
            <p:ph type="title"/>
          </p:nvPr>
        </p:nvSpPr>
        <p:spPr/>
        <p:txBody>
          <a:bodyPr>
            <a:normAutofit/>
          </a:bodyPr>
          <a:lstStyle/>
          <a:p>
            <a:r>
              <a:rPr lang="en-US" sz="4000" dirty="0">
                <a:latin typeface="Times New Roman" panose="02020603050405020304" pitchFamily="18" charset="0"/>
                <a:ea typeface="Syne Bold"/>
                <a:cs typeface="Times New Roman" panose="02020603050405020304" pitchFamily="18" charset="0"/>
              </a:rPr>
              <a:t>Proposed System</a:t>
            </a:r>
            <a:endParaRPr lang="en-IN" sz="4000" dirty="0">
              <a:latin typeface="Times New Roman" panose="02020603050405020304" pitchFamily="18" charset="0"/>
              <a:ea typeface="Syne Bold"/>
              <a:cs typeface="Times New Roman" panose="02020603050405020304" pitchFamily="18" charset="0"/>
            </a:endParaRPr>
          </a:p>
        </p:txBody>
      </p:sp>
      <p:sp>
        <p:nvSpPr>
          <p:cNvPr id="3" name="Content Placeholder 2">
            <a:extLst>
              <a:ext uri="{FF2B5EF4-FFF2-40B4-BE49-F238E27FC236}">
                <a16:creationId xmlns:a16="http://schemas.microsoft.com/office/drawing/2014/main" id="{44DA8D69-CB77-E9AC-B744-5916B5003692}"/>
              </a:ext>
            </a:extLst>
          </p:cNvPr>
          <p:cNvSpPr>
            <a:spLocks noGrp="1"/>
          </p:cNvSpPr>
          <p:nvPr>
            <p:ph idx="1"/>
          </p:nvPr>
        </p:nvSpPr>
        <p:spPr>
          <a:xfrm>
            <a:off x="838200" y="1456942"/>
            <a:ext cx="11164614" cy="5035933"/>
          </a:xfrm>
        </p:spPr>
        <p:txBody>
          <a:bodyPr>
            <a:normAutofit/>
          </a:bodyPr>
          <a:lstStyle/>
          <a:p>
            <a:r>
              <a:rPr lang="en-US" sz="2400" b="1" dirty="0">
                <a:latin typeface="Times New Roman" panose="02020603050405020304" pitchFamily="18" charset="0"/>
                <a:cs typeface="Times New Roman" panose="02020603050405020304" pitchFamily="18" charset="0"/>
              </a:rPr>
              <a:t>Decentralized network</a:t>
            </a:r>
            <a:r>
              <a:rPr lang="en-US" sz="2400" dirty="0">
                <a:latin typeface="Times New Roman" panose="02020603050405020304" pitchFamily="18" charset="0"/>
                <a:cs typeface="Times New Roman" panose="02020603050405020304" pitchFamily="18" charset="0"/>
              </a:rPr>
              <a:t>: </a:t>
            </a:r>
          </a:p>
          <a:p>
            <a:pPr marL="0" indent="0">
              <a:buNone/>
              <a:tabLst>
                <a:tab pos="1071563" algn="l"/>
                <a:tab pos="1250950" algn="l"/>
              </a:tabLst>
            </a:pPr>
            <a:r>
              <a:rPr lang="en-US" sz="2400" dirty="0">
                <a:latin typeface="Times New Roman" panose="02020603050405020304" pitchFamily="18" charset="0"/>
                <a:cs typeface="Times New Roman" panose="02020603050405020304" pitchFamily="18" charset="0"/>
              </a:rPr>
              <a:t>		We propose a decentralized blockchain based system, that is </a:t>
            </a:r>
            <a:r>
              <a:rPr lang="en-US" sz="2400" dirty="0" err="1">
                <a:latin typeface="Times New Roman" panose="02020603050405020304" pitchFamily="18" charset="0"/>
                <a:cs typeface="Times New Roman" panose="02020603050405020304" pitchFamily="18" charset="0"/>
              </a:rPr>
              <a:t>Dapp</a:t>
            </a:r>
            <a:r>
              <a:rPr lang="en-US" sz="2400" dirty="0">
                <a:latin typeface="Times New Roman" panose="02020603050405020304" pitchFamily="18" charset="0"/>
                <a:cs typeface="Times New Roman" panose="02020603050405020304" pitchFamily="18" charset="0"/>
              </a:rPr>
              <a:t>(Decentralized Application) which is useful for product authentication that utilizes smart contracts to automate the verification process.</a:t>
            </a:r>
          </a:p>
          <a:p>
            <a:r>
              <a:rPr lang="en-US" sz="2400" b="1" dirty="0">
                <a:latin typeface="Times New Roman" panose="02020603050405020304" pitchFamily="18" charset="0"/>
                <a:cs typeface="Times New Roman" panose="02020603050405020304" pitchFamily="18" charset="0"/>
              </a:rPr>
              <a:t>Working : </a:t>
            </a:r>
          </a:p>
          <a:p>
            <a:pPr marL="0" indent="0">
              <a:buNone/>
              <a:tabLst>
                <a:tab pos="1250950" algn="l"/>
              </a:tabLst>
            </a:pPr>
            <a:r>
              <a:rPr lang="en-US" sz="2400" dirty="0">
                <a:latin typeface="Times New Roman" panose="02020603050405020304" pitchFamily="18" charset="0"/>
                <a:cs typeface="Times New Roman" panose="02020603050405020304" pitchFamily="18" charset="0"/>
              </a:rPr>
              <a:t>	This System would allow manufacturers to register their products on the blockchain and generate a unique digital identity for each item. Consumers would able to scan the product’s digital identity, allowing the consumer to know about the product’s authenticity.</a:t>
            </a:r>
          </a:p>
          <a:p>
            <a:r>
              <a:rPr lang="en-US" sz="2400" b="1" dirty="0">
                <a:latin typeface="Times New Roman" panose="02020603050405020304" pitchFamily="18" charset="0"/>
                <a:cs typeface="Times New Roman" panose="02020603050405020304" pitchFamily="18" charset="0"/>
              </a:rPr>
              <a:t>Transparency </a:t>
            </a:r>
            <a:r>
              <a:rPr lang="en-US" sz="2400" dirty="0">
                <a:latin typeface="Times New Roman" panose="02020603050405020304" pitchFamily="18" charset="0"/>
                <a:cs typeface="Times New Roman" panose="02020603050405020304" pitchFamily="18" charset="0"/>
              </a:rPr>
              <a:t>:</a:t>
            </a:r>
          </a:p>
          <a:p>
            <a:pPr marL="0" indent="0">
              <a:buNone/>
              <a:tabLst>
                <a:tab pos="1250950" algn="l"/>
              </a:tabLst>
            </a:pPr>
            <a:r>
              <a:rPr lang="en-US" sz="2400" dirty="0">
                <a:latin typeface="Times New Roman" panose="02020603050405020304" pitchFamily="18" charset="0"/>
                <a:cs typeface="Times New Roman" panose="02020603050405020304" pitchFamily="18" charset="0"/>
              </a:rPr>
              <a:t>	The blockchain technology provides a transparent and auditable record to all transactions in the network.</a:t>
            </a:r>
          </a:p>
          <a:p>
            <a:pPr marL="0" indent="0">
              <a:buNone/>
            </a:pPr>
            <a:endParaRPr lang="en-IN" dirty="0"/>
          </a:p>
        </p:txBody>
      </p:sp>
    </p:spTree>
    <p:extLst>
      <p:ext uri="{BB962C8B-B14F-4D97-AF65-F5344CB8AC3E}">
        <p14:creationId xmlns:p14="http://schemas.microsoft.com/office/powerpoint/2010/main" val="2354236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956B9-875F-0EB6-7AA1-382BB80971E3}"/>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Advantages And Disadvantages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6A760D-FB3C-84A6-1E87-432C437ABA10}"/>
              </a:ext>
            </a:extLst>
          </p:cNvPr>
          <p:cNvSpPr>
            <a:spLocks noGrp="1"/>
          </p:cNvSpPr>
          <p:nvPr>
            <p:ph idx="1"/>
          </p:nvPr>
        </p:nvSpPr>
        <p:spPr>
          <a:xfrm>
            <a:off x="838200" y="1575074"/>
            <a:ext cx="10515600" cy="4351338"/>
          </a:xfrm>
        </p:spPr>
        <p:txBody>
          <a:bodyPr>
            <a:normAutofit fontScale="92500" lnSpcReduction="10000"/>
          </a:bodyPr>
          <a:lstStyle/>
          <a:p>
            <a:pPr marL="0" indent="0">
              <a:buNone/>
            </a:pPr>
            <a:r>
              <a:rPr lang="en-US" sz="2600" b="1" dirty="0">
                <a:latin typeface="Times New Roman" panose="02020603050405020304" pitchFamily="18" charset="0"/>
                <a:cs typeface="Times New Roman" panose="02020603050405020304" pitchFamily="18" charset="0"/>
              </a:rPr>
              <a:t>Advantages:</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Immutability: Once data is recorded on the blockchain, it cannot be altered, ensuring the authenticity of product information.</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Transparency: The entire supply system is visible to all authorized parties, increasing trust in the product’s origin and quality.</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Brand Protection: Strong brand reputation can be maintained by preventing counterfeit products entering the market.</a:t>
            </a:r>
          </a:p>
          <a:p>
            <a:pPr marL="0" indent="0">
              <a:buNone/>
            </a:pPr>
            <a:r>
              <a:rPr lang="en-US" sz="2600" b="1" dirty="0">
                <a:latin typeface="Times New Roman" panose="02020603050405020304" pitchFamily="18" charset="0"/>
                <a:cs typeface="Times New Roman" panose="02020603050405020304" pitchFamily="18" charset="0"/>
              </a:rPr>
              <a:t>Disadvantages :</a:t>
            </a:r>
          </a:p>
          <a:p>
            <a:pPr marL="457200" indent="-457200">
              <a:buFont typeface="+mj-lt"/>
              <a:buAutoNum type="arabicPeriod"/>
            </a:pPr>
            <a:r>
              <a:rPr lang="en-US" sz="2600" dirty="0">
                <a:latin typeface="Times New Roman" panose="02020603050405020304" pitchFamily="18" charset="0"/>
                <a:cs typeface="Times New Roman" panose="02020603050405020304" pitchFamily="18" charset="0"/>
              </a:rPr>
              <a:t>Scalability: Blockchain systems can become slow and inefficient as the number of transactions increases.</a:t>
            </a:r>
          </a:p>
          <a:p>
            <a:pPr marL="457200" indent="-457200">
              <a:buFont typeface="+mj-lt"/>
              <a:buAutoNum type="arabicPeriod"/>
            </a:pPr>
            <a:r>
              <a:rPr lang="en-US" sz="2600" dirty="0">
                <a:latin typeface="Times New Roman" panose="02020603050405020304" pitchFamily="18" charset="0"/>
                <a:cs typeface="Times New Roman" panose="02020603050405020304" pitchFamily="18" charset="0"/>
              </a:rPr>
              <a:t>Implementing and maintaining a blockchain system can be complex.</a:t>
            </a:r>
          </a:p>
          <a:p>
            <a:pPr marL="0" indent="0">
              <a:buNone/>
            </a:pPr>
            <a:endParaRPr lang="en-IN" dirty="0"/>
          </a:p>
        </p:txBody>
      </p:sp>
    </p:spTree>
    <p:extLst>
      <p:ext uri="{BB962C8B-B14F-4D97-AF65-F5344CB8AC3E}">
        <p14:creationId xmlns:p14="http://schemas.microsoft.com/office/powerpoint/2010/main" val="410961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F3DD6-ED72-BD6A-6121-1008FB63D793}"/>
              </a:ext>
            </a:extLst>
          </p:cNvPr>
          <p:cNvSpPr>
            <a:spLocks noGrp="1"/>
          </p:cNvSpPr>
          <p:nvPr>
            <p:ph type="title"/>
          </p:nvPr>
        </p:nvSpPr>
        <p:spPr/>
        <p:txBody>
          <a:bodyPr>
            <a:normAutofit/>
          </a:bodyPr>
          <a:lstStyle/>
          <a:p>
            <a:pPr>
              <a:lnSpc>
                <a:spcPct val="150000"/>
              </a:lnSpc>
            </a:pPr>
            <a:r>
              <a:rPr lang="en-US" sz="4000" dirty="0">
                <a:latin typeface="Times New Roman" panose="02020603050405020304" pitchFamily="18" charset="0"/>
                <a:cs typeface="Times New Roman" panose="02020603050405020304" pitchFamily="18" charset="0"/>
              </a:rPr>
              <a:t>Software Requirements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DB3637-7B13-B5BC-BBCA-795B5C45BB17}"/>
              </a:ext>
            </a:extLst>
          </p:cNvPr>
          <p:cNvSpPr>
            <a:spLocks noGrp="1"/>
          </p:cNvSpPr>
          <p:nvPr>
            <p:ph idx="1"/>
          </p:nvPr>
        </p:nvSpPr>
        <p:spPr>
          <a:xfrm>
            <a:off x="838200" y="1604908"/>
            <a:ext cx="10515600" cy="4351338"/>
          </a:xfrm>
        </p:spPr>
        <p:txBody>
          <a:bodyPr/>
          <a:lstStyle/>
          <a:p>
            <a:pPr>
              <a:lnSpc>
                <a:spcPct val="100000"/>
              </a:lnSpc>
              <a:tabLst>
                <a:tab pos="3227388" algn="l"/>
              </a:tabLst>
            </a:pPr>
            <a:r>
              <a:rPr lang="en-US" sz="2400" dirty="0">
                <a:latin typeface="Times New Roman" panose="02020603050405020304" pitchFamily="18" charset="0"/>
                <a:cs typeface="Times New Roman" panose="02020603050405020304" pitchFamily="18" charset="0"/>
              </a:rPr>
              <a:t>Operating Systems	: Windows 7 or above</a:t>
            </a:r>
          </a:p>
          <a:p>
            <a:pPr>
              <a:lnSpc>
                <a:spcPct val="100000"/>
              </a:lnSpc>
              <a:tabLst>
                <a:tab pos="3227388" algn="l"/>
              </a:tabLst>
            </a:pPr>
            <a:r>
              <a:rPr lang="en-US" sz="2400" dirty="0">
                <a:latin typeface="Times New Roman" panose="02020603050405020304" pitchFamily="18" charset="0"/>
                <a:cs typeface="Times New Roman" panose="02020603050405020304" pitchFamily="18" charset="0"/>
              </a:rPr>
              <a:t>Coding Language	: Solidity, Python, Html, CSS</a:t>
            </a:r>
          </a:p>
          <a:p>
            <a:pPr>
              <a:lnSpc>
                <a:spcPct val="100000"/>
              </a:lnSpc>
              <a:tabLst>
                <a:tab pos="3227388" algn="l"/>
              </a:tabLst>
            </a:pPr>
            <a:r>
              <a:rPr lang="en-US" sz="2400" dirty="0">
                <a:latin typeface="Times New Roman" panose="02020603050405020304" pitchFamily="18" charset="0"/>
                <a:cs typeface="Times New Roman" panose="02020603050405020304" pitchFamily="18" charset="0"/>
              </a:rPr>
              <a:t>IDE’s 	:  Python IDLE </a:t>
            </a:r>
          </a:p>
          <a:p>
            <a:pPr>
              <a:lnSpc>
                <a:spcPct val="100000"/>
              </a:lnSpc>
              <a:tabLst>
                <a:tab pos="3227388" algn="l"/>
              </a:tabLst>
            </a:pPr>
            <a:r>
              <a:rPr lang="en-US" sz="2400" dirty="0">
                <a:latin typeface="Times New Roman" panose="02020603050405020304" pitchFamily="18" charset="0"/>
                <a:cs typeface="Times New Roman" panose="02020603050405020304" pitchFamily="18" charset="0"/>
              </a:rPr>
              <a:t>Tools                               : Truffle, Notepad++</a:t>
            </a:r>
          </a:p>
          <a:p>
            <a:pPr marL="0" indent="0" defTabSz="919163">
              <a:buNone/>
              <a:tabLst>
                <a:tab pos="3227388" algn="l"/>
                <a:tab pos="3321050" algn="l"/>
                <a:tab pos="3405188" algn="l"/>
              </a:tabLst>
            </a:pPr>
            <a:endParaRPr lang="en-US" sz="2400" dirty="0"/>
          </a:p>
          <a:p>
            <a:endParaRPr lang="en-US" dirty="0"/>
          </a:p>
          <a:p>
            <a:endParaRPr lang="en-IN" dirty="0"/>
          </a:p>
        </p:txBody>
      </p:sp>
    </p:spTree>
    <p:extLst>
      <p:ext uri="{BB962C8B-B14F-4D97-AF65-F5344CB8AC3E}">
        <p14:creationId xmlns:p14="http://schemas.microsoft.com/office/powerpoint/2010/main" val="2844552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22A14-9470-6915-2BD2-F901F7A85485}"/>
              </a:ext>
            </a:extLst>
          </p:cNvPr>
          <p:cNvSpPr>
            <a:spLocks noGrp="1"/>
          </p:cNvSpPr>
          <p:nvPr>
            <p:ph type="title"/>
          </p:nvPr>
        </p:nvSpPr>
        <p:spPr/>
        <p:txBody>
          <a:bodyPr>
            <a:normAutofit/>
          </a:bodyPr>
          <a:lstStyle/>
          <a:p>
            <a:pPr>
              <a:lnSpc>
                <a:spcPct val="150000"/>
              </a:lnSpc>
            </a:pPr>
            <a:r>
              <a:rPr lang="en-US" sz="4000" dirty="0">
                <a:latin typeface="Times New Roman" panose="02020603050405020304" pitchFamily="18" charset="0"/>
                <a:cs typeface="Times New Roman" panose="02020603050405020304" pitchFamily="18" charset="0"/>
              </a:rPr>
              <a:t>Hardware Requirements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097435-9718-FA33-24BF-0C563751F83F}"/>
              </a:ext>
            </a:extLst>
          </p:cNvPr>
          <p:cNvSpPr>
            <a:spLocks noGrp="1"/>
          </p:cNvSpPr>
          <p:nvPr>
            <p:ph idx="1"/>
          </p:nvPr>
        </p:nvSpPr>
        <p:spPr>
          <a:xfrm>
            <a:off x="838200" y="1615418"/>
            <a:ext cx="10515600" cy="4351338"/>
          </a:xfrm>
        </p:spPr>
        <p:txBody>
          <a:bodyPr>
            <a:normAutofit/>
          </a:bodyPr>
          <a:lstStyle/>
          <a:p>
            <a:pPr>
              <a:lnSpc>
                <a:spcPct val="100000"/>
              </a:lnSpc>
              <a:tabLst>
                <a:tab pos="2868613" algn="l"/>
              </a:tabLst>
            </a:pPr>
            <a:r>
              <a:rPr lang="en-US" sz="2400" dirty="0">
                <a:latin typeface="Times New Roman" panose="02020603050405020304" pitchFamily="18" charset="0"/>
                <a:cs typeface="Times New Roman" panose="02020603050405020304" pitchFamily="18" charset="0"/>
              </a:rPr>
              <a:t>Hard disk 	: 20GB</a:t>
            </a:r>
          </a:p>
          <a:p>
            <a:pPr>
              <a:lnSpc>
                <a:spcPct val="100000"/>
              </a:lnSpc>
              <a:tabLst>
                <a:tab pos="2868613" algn="l"/>
              </a:tabLst>
            </a:pPr>
            <a:r>
              <a:rPr lang="en-US" sz="2400" dirty="0">
                <a:latin typeface="Times New Roman" panose="02020603050405020304" pitchFamily="18" charset="0"/>
                <a:cs typeface="Times New Roman" panose="02020603050405020304" pitchFamily="18" charset="0"/>
              </a:rPr>
              <a:t>RAM 	: 4GB and above</a:t>
            </a:r>
          </a:p>
          <a:p>
            <a:pPr>
              <a:lnSpc>
                <a:spcPct val="100000"/>
              </a:lnSpc>
              <a:tabLst>
                <a:tab pos="2868613" algn="l"/>
              </a:tabLst>
            </a:pPr>
            <a:r>
              <a:rPr lang="en-US" sz="2400" dirty="0">
                <a:latin typeface="Times New Roman" panose="02020603050405020304" pitchFamily="18" charset="0"/>
                <a:cs typeface="Times New Roman" panose="02020603050405020304" pitchFamily="18" charset="0"/>
              </a:rPr>
              <a:t>Processor 	: i3 and above</a:t>
            </a:r>
            <a:endParaRPr lang="en-IN" sz="2400" dirty="0">
              <a:latin typeface="Times New Roman" panose="02020603050405020304" pitchFamily="18" charset="0"/>
              <a:cs typeface="Times New Roman" panose="02020603050405020304" pitchFamily="18" charset="0"/>
            </a:endParaRPr>
          </a:p>
          <a:p>
            <a:pPr>
              <a:lnSpc>
                <a:spcPct val="100000"/>
              </a:lnSpc>
              <a:tabLst>
                <a:tab pos="2868613" algn="l"/>
              </a:tabLst>
            </a:pPr>
            <a:r>
              <a:rPr lang="en-IN" sz="2400" dirty="0">
                <a:latin typeface="Times New Roman" panose="02020603050405020304" pitchFamily="18" charset="0"/>
                <a:cs typeface="Times New Roman" panose="02020603050405020304" pitchFamily="18" charset="0"/>
              </a:rPr>
              <a:t>Key Board 	: Standard Windows Keyboard</a:t>
            </a:r>
          </a:p>
        </p:txBody>
      </p:sp>
    </p:spTree>
    <p:extLst>
      <p:ext uri="{BB962C8B-B14F-4D97-AF65-F5344CB8AC3E}">
        <p14:creationId xmlns:p14="http://schemas.microsoft.com/office/powerpoint/2010/main" val="387374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B89B1-8BFF-ABAB-2EBF-3455A58A023B}"/>
              </a:ext>
            </a:extLst>
          </p:cNvPr>
          <p:cNvSpPr>
            <a:spLocks noGrp="1"/>
          </p:cNvSpPr>
          <p:nvPr>
            <p:ph type="title"/>
          </p:nvPr>
        </p:nvSpPr>
        <p:spPr/>
        <p:txBody>
          <a:bodyPr>
            <a:normAutofit/>
          </a:bodyPr>
          <a:lstStyle/>
          <a:p>
            <a:pPr>
              <a:lnSpc>
                <a:spcPct val="150000"/>
              </a:lnSpc>
            </a:pPr>
            <a:r>
              <a:rPr lang="en-US" sz="4000" dirty="0">
                <a:latin typeface="Times New Roman" panose="02020603050405020304" pitchFamily="18" charset="0"/>
                <a:cs typeface="Times New Roman" panose="02020603050405020304" pitchFamily="18" charset="0"/>
              </a:rPr>
              <a:t>Modules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37F872-AFB9-9D03-78D9-81CC23D6F6A1}"/>
              </a:ext>
            </a:extLst>
          </p:cNvPr>
          <p:cNvSpPr>
            <a:spLocks noGrp="1"/>
          </p:cNvSpPr>
          <p:nvPr>
            <p:ph idx="1"/>
          </p:nvPr>
        </p:nvSpPr>
        <p:spPr>
          <a:xfrm>
            <a:off x="838200" y="1562866"/>
            <a:ext cx="10515600" cy="4351338"/>
          </a:xfrm>
        </p:spPr>
        <p:txBody>
          <a:bodyPr>
            <a:normAutofit lnSpcReduction="10000"/>
          </a:bodyPr>
          <a:lstStyle/>
          <a:p>
            <a:pPr>
              <a:lnSpc>
                <a:spcPct val="100000"/>
              </a:lnSpc>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Admin Module </a:t>
            </a:r>
            <a:r>
              <a:rPr lang="en-IN" sz="2400" b="1" dirty="0">
                <a:latin typeface="Times New Roman" panose="02020603050405020304" pitchFamily="18" charset="0"/>
                <a:ea typeface="Calibri" panose="020F0502020204030204" pitchFamily="34" charset="0"/>
                <a:cs typeface="Times New Roman" panose="02020603050405020304" pitchFamily="18" charset="0"/>
              </a:rPr>
              <a:t>:</a:t>
            </a:r>
          </a:p>
          <a:p>
            <a:pPr marL="0" indent="0">
              <a:lnSpc>
                <a:spcPct val="100000"/>
              </a:lnSpc>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Admin can login to application by using username and password.</a:t>
            </a:r>
          </a:p>
          <a:p>
            <a:pPr>
              <a:lnSpc>
                <a:spcPct val="100000"/>
              </a:lnSpc>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Add Product Details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0000"/>
              </a:lnSpc>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Using this module admin will enter product details and then upload QR image and then system will generate digital signature from QR image and then store all those details in Blockchain.</a:t>
            </a:r>
          </a:p>
          <a:p>
            <a:pPr>
              <a:lnSpc>
                <a:spcPct val="100000"/>
              </a:lnSpc>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View Product Details</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0000"/>
              </a:lnSpc>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Using this module admin can see all product details uploaded.</a:t>
            </a:r>
          </a:p>
          <a:p>
            <a:pPr>
              <a:lnSpc>
                <a:spcPct val="100000"/>
              </a:lnSpc>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View User Details</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0000"/>
              </a:lnSpc>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Admin can see all registered user details.</a:t>
            </a:r>
          </a:p>
          <a:p>
            <a:pPr marL="0" indent="0">
              <a:buNone/>
            </a:pP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83477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B427-A642-D6D5-F037-A02141EF1D9F}"/>
              </a:ext>
            </a:extLst>
          </p:cNvPr>
          <p:cNvSpPr>
            <a:spLocks noGrp="1"/>
          </p:cNvSpPr>
          <p:nvPr>
            <p:ph type="title"/>
          </p:nvPr>
        </p:nvSpPr>
        <p:spPr/>
        <p:txBody>
          <a:bodyPr>
            <a:normAutofit/>
          </a:bodyPr>
          <a:lstStyle/>
          <a:p>
            <a:pPr>
              <a:lnSpc>
                <a:spcPct val="150000"/>
              </a:lnSpc>
            </a:pPr>
            <a:r>
              <a:rPr lang="en-US" sz="4000" dirty="0">
                <a:latin typeface="Times New Roman" panose="02020603050405020304" pitchFamily="18" charset="0"/>
                <a:cs typeface="Times New Roman" panose="02020603050405020304" pitchFamily="18" charset="0"/>
              </a:rPr>
              <a:t>Modules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177522-FE8E-C7B7-A660-EFFF9042D776}"/>
              </a:ext>
            </a:extLst>
          </p:cNvPr>
          <p:cNvSpPr>
            <a:spLocks noGrp="1"/>
          </p:cNvSpPr>
          <p:nvPr>
            <p:ph idx="1"/>
          </p:nvPr>
        </p:nvSpPr>
        <p:spPr>
          <a:xfrm>
            <a:off x="838200" y="1552356"/>
            <a:ext cx="10515600" cy="4351338"/>
          </a:xfrm>
        </p:spPr>
        <p:txBody>
          <a:bodyPr>
            <a:normAutofit fontScale="92500" lnSpcReduction="20000"/>
          </a:bodyPr>
          <a:lstStyle/>
          <a:p>
            <a:pPr>
              <a:lnSpc>
                <a:spcPct val="110000"/>
              </a:lnSpc>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User Signup</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lnSpc>
                <a:spcPct val="110000"/>
              </a:lnSpc>
              <a:buNone/>
            </a:pP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Using this module user can signup with the application.</a:t>
            </a:r>
          </a:p>
          <a:p>
            <a:pPr>
              <a:lnSpc>
                <a:spcPct val="110000"/>
              </a:lnSpc>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User Login</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lnSpc>
                <a:spcPct val="110000"/>
              </a:lnSpc>
              <a:buNone/>
            </a:pP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Using this module user can login to application</a:t>
            </a:r>
            <a:endParaRPr lang="en-IN" sz="2400" dirty="0">
              <a:effectLst/>
              <a:ea typeface="Calibri" panose="020F0502020204030204" pitchFamily="34" charset="0"/>
              <a:cs typeface="Times New Roman" panose="02020603050405020304" pitchFamily="18" charset="0"/>
            </a:endParaRPr>
          </a:p>
          <a:p>
            <a:pPr>
              <a:lnSpc>
                <a:spcPct val="110000"/>
              </a:lnSpc>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Retrieve Product Data</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10000"/>
              </a:lnSpc>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Using this module user can enter product id and then details will be retrieve from Blockchain</a:t>
            </a:r>
          </a:p>
          <a:p>
            <a:pPr>
              <a:lnSpc>
                <a:spcPct val="110000"/>
              </a:lnSpc>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Authenticate Scan</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10000"/>
              </a:lnSpc>
              <a:buNone/>
            </a:pP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Using this module user can upload Barcode image and then this image will get authenticate from Blockchain based on Digital signatures and if Barcode is not tampered then it will get authenticated and product details will be retrieve.</a:t>
            </a:r>
          </a:p>
          <a:p>
            <a:pPr marL="0" indent="0">
              <a:buNone/>
            </a:pP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21655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F7A2-E5E6-19B8-B2C7-D288312DBF01}"/>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System Architecture</a:t>
            </a:r>
            <a:endParaRPr lang="en-IN" sz="40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150864FB-69F8-A0EF-1DC0-7ECB6B6294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32841" y="1857242"/>
            <a:ext cx="6926317" cy="3867690"/>
          </a:xfrm>
        </p:spPr>
      </p:pic>
    </p:spTree>
    <p:extLst>
      <p:ext uri="{BB962C8B-B14F-4D97-AF65-F5344CB8AC3E}">
        <p14:creationId xmlns:p14="http://schemas.microsoft.com/office/powerpoint/2010/main" val="494069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6474-2260-3E57-A676-7AE9590F6924}"/>
              </a:ext>
            </a:extLst>
          </p:cNvPr>
          <p:cNvSpPr>
            <a:spLocks noGrp="1"/>
          </p:cNvSpPr>
          <p:nvPr>
            <p:ph type="title"/>
          </p:nvPr>
        </p:nvSpPr>
        <p:spPr>
          <a:xfrm>
            <a:off x="838200" y="2614339"/>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UML Diagrams</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109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83B7D-8C94-4314-1AD7-9E7ACB10C77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Use Case Diagram</a:t>
            </a:r>
            <a:endParaRPr lang="en-IN"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BB266C99-C45B-E186-5D1A-7056031FB814}"/>
              </a:ext>
            </a:extLst>
          </p:cNvPr>
          <p:cNvSpPr>
            <a:spLocks noGrp="1"/>
          </p:cNvSpPr>
          <p:nvPr>
            <p:ph type="body" sz="half" idx="2"/>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The Use case diagram shows the interaction between the User and Manufacturer with the Blockchain App for processes such as product registration, enrollment, scanning, searching, and validation. It emphasizes the flow of data through the database and blockchain network to ensure product authenticity and secure recordkeeping.</a:t>
            </a:r>
            <a:endParaRPr lang="en-IN" sz="20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677CB5F4-68B7-28BA-2A96-C8DAF9617F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13331" y="1824037"/>
            <a:ext cx="5953956" cy="3572374"/>
          </a:xfrm>
        </p:spPr>
      </p:pic>
    </p:spTree>
    <p:extLst>
      <p:ext uri="{BB962C8B-B14F-4D97-AF65-F5344CB8AC3E}">
        <p14:creationId xmlns:p14="http://schemas.microsoft.com/office/powerpoint/2010/main" val="2194088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39097-F08D-FE51-D946-9ECEA1AD45C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Class Diagram</a:t>
            </a:r>
            <a:endParaRPr lang="en-IN"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A7A9FFC3-CB3A-5EF2-2043-74145F2C9BEB}"/>
              </a:ext>
            </a:extLst>
          </p:cNvPr>
          <p:cNvSpPr>
            <a:spLocks noGrp="1"/>
          </p:cNvSpPr>
          <p:nvPr>
            <p:ph type="body" sz="half" idx="2"/>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The Class diagram illustrates the relationships between key entities such as the Manufacturer, User, Product, Blockchain App, Database, and Blockchain Network. It defines their attributes and methods, showing how product data is created, stored, retrieved, and validated within a secure blockchain-based system.</a:t>
            </a:r>
            <a:endParaRPr lang="en-IN" sz="20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1AECD166-2077-524A-53FD-4CCAF50C27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65076" y="1639615"/>
            <a:ext cx="5391807" cy="3468414"/>
          </a:xfrm>
        </p:spPr>
      </p:pic>
    </p:spTree>
    <p:extLst>
      <p:ext uri="{BB962C8B-B14F-4D97-AF65-F5344CB8AC3E}">
        <p14:creationId xmlns:p14="http://schemas.microsoft.com/office/powerpoint/2010/main" val="1393881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6C386-C764-7436-B84E-074F1C3E643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Activity Diagram</a:t>
            </a:r>
            <a:endParaRPr lang="en-IN"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3B5F7EA9-B5C8-6776-7D76-538D94659671}"/>
              </a:ext>
            </a:extLst>
          </p:cNvPr>
          <p:cNvSpPr>
            <a:spLocks noGrp="1"/>
          </p:cNvSpPr>
          <p:nvPr>
            <p:ph type="body" sz="half" idx="2"/>
          </p:nvPr>
        </p:nvSpPr>
        <p:spPr>
          <a:xfrm>
            <a:off x="839788" y="2057400"/>
            <a:ext cx="3932237" cy="3986048"/>
          </a:xfrm>
        </p:spPr>
        <p:txBody>
          <a:bodyPr>
            <a:noAutofit/>
          </a:bodyPr>
          <a:lstStyle/>
          <a:p>
            <a:pPr algn="just"/>
            <a:r>
              <a:rPr lang="en-US" sz="2000" dirty="0">
                <a:latin typeface="Times New Roman" panose="02020603050405020304" pitchFamily="18" charset="0"/>
                <a:cs typeface="Times New Roman" panose="02020603050405020304" pitchFamily="18" charset="0"/>
              </a:rPr>
              <a:t>Activity diagram represents a blockchain-based product authentication system. It begins with admin and user logins, followed by adding product details and scanning barcodes. A barcode is generated, and the product’s signature is verified. If valid, the data is stored in the blockchain and displayed; otherwise, it's flagged as counterfeit.</a:t>
            </a:r>
            <a:endParaRPr lang="en-IN" sz="20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96D8E8A9-3005-3186-95B0-D15F6118E1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91200" y="1723697"/>
            <a:ext cx="5297214" cy="3216165"/>
          </a:xfrm>
        </p:spPr>
      </p:pic>
    </p:spTree>
    <p:extLst>
      <p:ext uri="{BB962C8B-B14F-4D97-AF65-F5344CB8AC3E}">
        <p14:creationId xmlns:p14="http://schemas.microsoft.com/office/powerpoint/2010/main" val="262870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A0175-7904-23FB-B3AC-F8503E1F97BF}"/>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SHA-256 Algorithm</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1FAB05-CA65-9A48-1504-2374E76B6E4F}"/>
              </a:ext>
            </a:extLst>
          </p:cNvPr>
          <p:cNvSpPr>
            <a:spLocks noGrp="1"/>
          </p:cNvSpPr>
          <p:nvPr>
            <p:ph idx="1"/>
          </p:nvPr>
        </p:nvSpPr>
        <p:spPr>
          <a:xfrm>
            <a:off x="838200" y="1562866"/>
            <a:ext cx="10515600" cy="4351338"/>
          </a:xfrm>
        </p:spPr>
        <p:txBody>
          <a:bodyPr/>
          <a:lstStyle/>
          <a:p>
            <a:pPr marL="0" indent="0">
              <a:buNone/>
            </a:pPr>
            <a:r>
              <a:rPr lang="en-US" sz="2400" dirty="0"/>
              <a:t>SHA-256 (Secure Hash Algorithm 256-bit) is a cryptographic hash function that belongs to the SHA-2 family, designed by the National Security Agency (NSA) and published by the National Institute of Standards and Technology (NIST). It is widely used for data integrity verification, digital signatures, and blockchain technology.</a:t>
            </a:r>
          </a:p>
          <a:p>
            <a:pPr>
              <a:buFont typeface="Arial" panose="020B0604020202020204" pitchFamily="34" charset="0"/>
              <a:buChar char="•"/>
            </a:pPr>
            <a:r>
              <a:rPr lang="en-US" sz="2400" b="1" dirty="0"/>
              <a:t>Fixed-Length Output:</a:t>
            </a:r>
            <a:r>
              <a:rPr lang="en-US" sz="2400" dirty="0"/>
              <a:t> Always produces a 256-bit hash regardless of input size.</a:t>
            </a:r>
          </a:p>
          <a:p>
            <a:pPr>
              <a:buFont typeface="Arial" panose="020B0604020202020204" pitchFamily="34" charset="0"/>
              <a:buChar char="•"/>
            </a:pPr>
            <a:r>
              <a:rPr lang="en-US" sz="2400" b="1" dirty="0"/>
              <a:t>Deterministic:</a:t>
            </a:r>
            <a:r>
              <a:rPr lang="en-US" sz="2400" dirty="0"/>
              <a:t> The same input will always produce the same hash.</a:t>
            </a:r>
          </a:p>
          <a:p>
            <a:pPr>
              <a:buFont typeface="Arial" panose="020B0604020202020204" pitchFamily="34" charset="0"/>
              <a:buChar char="•"/>
            </a:pPr>
            <a:r>
              <a:rPr lang="en-US" sz="2400" b="1" dirty="0"/>
              <a:t>Collision Resistant:</a:t>
            </a:r>
            <a:r>
              <a:rPr lang="en-US" sz="2400" dirty="0"/>
              <a:t> It is computationally infeasible to find two different inputs with the same hash.</a:t>
            </a:r>
          </a:p>
          <a:p>
            <a:pPr>
              <a:buFont typeface="Arial" panose="020B0604020202020204" pitchFamily="34" charset="0"/>
              <a:buChar char="•"/>
            </a:pPr>
            <a:r>
              <a:rPr lang="en-US" sz="2400" b="1" dirty="0"/>
              <a:t>Irreversible:</a:t>
            </a:r>
            <a:r>
              <a:rPr lang="en-US" sz="2400" dirty="0"/>
              <a:t> The original input cannot be derived from the hash.</a:t>
            </a:r>
          </a:p>
          <a:p>
            <a:pPr>
              <a:buFont typeface="Arial" panose="020B0604020202020204" pitchFamily="34" charset="0"/>
              <a:buChar char="•"/>
            </a:pPr>
            <a:r>
              <a:rPr lang="en-US" sz="2400" b="1" dirty="0"/>
              <a:t>Avalanche Effect:</a:t>
            </a:r>
            <a:r>
              <a:rPr lang="en-US" sz="2400" dirty="0"/>
              <a:t> A small change in input causes a completely different hash.</a:t>
            </a:r>
          </a:p>
          <a:p>
            <a:pPr marL="0" indent="0">
              <a:buNone/>
            </a:pPr>
            <a:endParaRPr lang="en-US" sz="2400"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2557347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E9AE1-6CC8-5916-FAA3-C9CCDB71DDE2}"/>
              </a:ext>
            </a:extLst>
          </p:cNvPr>
          <p:cNvSpPr>
            <a:spLocks noGrp="1"/>
          </p:cNvSpPr>
          <p:nvPr>
            <p:ph type="title"/>
          </p:nvPr>
        </p:nvSpPr>
        <p:spPr/>
        <p:txBody>
          <a:bodyPr>
            <a:normAutofit/>
          </a:bodyPr>
          <a:lstStyle/>
          <a:p>
            <a:pPr>
              <a:lnSpc>
                <a:spcPct val="150000"/>
              </a:lnSpc>
            </a:pPr>
            <a:r>
              <a:rPr lang="en-US" sz="4000" dirty="0">
                <a:latin typeface="Times New Roman" panose="02020603050405020304" pitchFamily="18" charset="0"/>
                <a:cs typeface="Times New Roman" panose="02020603050405020304" pitchFamily="18" charset="0"/>
              </a:rPr>
              <a:t>Steps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3E750E-8A60-E546-F779-B56130AC0E92}"/>
              </a:ext>
            </a:extLst>
          </p:cNvPr>
          <p:cNvSpPr>
            <a:spLocks noGrp="1"/>
          </p:cNvSpPr>
          <p:nvPr>
            <p:ph idx="1"/>
          </p:nvPr>
        </p:nvSpPr>
        <p:spPr>
          <a:xfrm>
            <a:off x="838199" y="1294072"/>
            <a:ext cx="10418379" cy="4269855"/>
          </a:xfrm>
        </p:spPr>
        <p:txBody>
          <a:bodyPr>
            <a:normAutofit/>
          </a:bodyPr>
          <a:lstStyle/>
          <a:p>
            <a:pPr marL="0" indent="0">
              <a:buNone/>
            </a:pPr>
            <a:endParaRPr lang="en-US" dirty="0"/>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Step-1 : Login/Signup </a:t>
            </a:r>
          </a:p>
          <a:p>
            <a:pPr marL="0" indent="0">
              <a:buNone/>
            </a:pPr>
            <a:r>
              <a:rPr lang="en-US" sz="2400" dirty="0">
                <a:latin typeface="Times New Roman" panose="02020603050405020304" pitchFamily="18" charset="0"/>
                <a:cs typeface="Times New Roman" panose="02020603050405020304" pitchFamily="18" charset="0"/>
              </a:rPr>
              <a:t>                     if user is manufacturer then registers product and generate</a:t>
            </a:r>
          </a:p>
          <a:p>
            <a:pPr marL="0" indent="0">
              <a:buNone/>
            </a:pPr>
            <a:r>
              <a:rPr lang="en-US" sz="2400" dirty="0">
                <a:latin typeface="Times New Roman" panose="02020603050405020304" pitchFamily="18" charset="0"/>
                <a:cs typeface="Times New Roman" panose="02020603050405020304" pitchFamily="18" charset="0"/>
              </a:rPr>
              <a:t>                     digital signature for QR Code.</a:t>
            </a:r>
          </a:p>
          <a:p>
            <a:pPr marL="0" indent="0">
              <a:buNone/>
            </a:pPr>
            <a:r>
              <a:rPr lang="en-US" sz="2400" dirty="0">
                <a:latin typeface="Times New Roman" panose="02020603050405020304" pitchFamily="18" charset="0"/>
                <a:cs typeface="Times New Roman" panose="02020603050405020304" pitchFamily="18" charset="0"/>
              </a:rPr>
              <a:t>2.     Step-2 : if user is consumer </a:t>
            </a:r>
          </a:p>
          <a:p>
            <a:pPr marL="0" indent="0">
              <a:buNone/>
            </a:pPr>
            <a:r>
              <a:rPr lang="en-US" sz="2400" dirty="0">
                <a:latin typeface="Times New Roman" panose="02020603050405020304" pitchFamily="18" charset="0"/>
                <a:cs typeface="Times New Roman" panose="02020603050405020304" pitchFamily="18" charset="0"/>
              </a:rPr>
              <a:t>                       Login/ Signup and uploads the QR Code and verifies the</a:t>
            </a:r>
          </a:p>
          <a:p>
            <a:pPr marL="0" indent="0">
              <a:buNone/>
            </a:pPr>
            <a:r>
              <a:rPr lang="en-US" sz="2400" dirty="0">
                <a:latin typeface="Times New Roman" panose="02020603050405020304" pitchFamily="18" charset="0"/>
                <a:cs typeface="Times New Roman" panose="02020603050405020304" pitchFamily="18" charset="0"/>
              </a:rPr>
              <a:t>                       authentication of the product.</a:t>
            </a:r>
          </a:p>
        </p:txBody>
      </p:sp>
    </p:spTree>
    <p:extLst>
      <p:ext uri="{BB962C8B-B14F-4D97-AF65-F5344CB8AC3E}">
        <p14:creationId xmlns:p14="http://schemas.microsoft.com/office/powerpoint/2010/main" val="3777199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F8692-0A1C-0D04-F725-5A4F66D84138}"/>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Results</a:t>
            </a:r>
            <a:endParaRPr lang="en-IN" sz="4000"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697F3324-385F-3B8E-0E51-3DFE7F859B9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1" y="1776249"/>
            <a:ext cx="5181600" cy="4235668"/>
          </a:xfrm>
        </p:spPr>
      </p:pic>
      <p:pic>
        <p:nvPicPr>
          <p:cNvPr id="12" name="Content Placeholder 11">
            <a:extLst>
              <a:ext uri="{FF2B5EF4-FFF2-40B4-BE49-F238E27FC236}">
                <a16:creationId xmlns:a16="http://schemas.microsoft.com/office/drawing/2014/main" id="{72193499-CC15-FB2A-3078-3D7C3EF5B56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87814" y="1776249"/>
            <a:ext cx="5181600" cy="4235669"/>
          </a:xfrm>
        </p:spPr>
      </p:pic>
    </p:spTree>
    <p:extLst>
      <p:ext uri="{BB962C8B-B14F-4D97-AF65-F5344CB8AC3E}">
        <p14:creationId xmlns:p14="http://schemas.microsoft.com/office/powerpoint/2010/main" val="4230810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F0806-ABB3-D222-D2EB-EF325C12E4E4}"/>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Conclusion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39129C-874D-5EEE-E395-8EC94A24B9B8}"/>
              </a:ext>
            </a:extLst>
          </p:cNvPr>
          <p:cNvSpPr>
            <a:spLocks noGrp="1"/>
          </p:cNvSpPr>
          <p:nvPr>
            <p:ph idx="1"/>
          </p:nvPr>
        </p:nvSpPr>
        <p:spPr>
          <a:xfrm>
            <a:off x="739666" y="1435702"/>
            <a:ext cx="6634655" cy="3986596"/>
          </a:xfrm>
        </p:spPr>
        <p:txBody>
          <a:bodyPr>
            <a:noAutofit/>
          </a:bodyPr>
          <a:lstStyle/>
          <a:p>
            <a:r>
              <a:rPr lang="en-US" sz="2400" dirty="0">
                <a:latin typeface="Times New Roman" panose="02020603050405020304" pitchFamily="18" charset="0"/>
                <a:cs typeface="Times New Roman" panose="02020603050405020304" pitchFamily="18" charset="0"/>
              </a:rPr>
              <a:t>In conclusion, this project successfully demonstrates the potential of a decentralized and secure system for tracking product authenticity. </a:t>
            </a:r>
          </a:p>
          <a:p>
            <a:r>
              <a:rPr lang="en-US" sz="2400" dirty="0">
                <a:latin typeface="Times New Roman" panose="02020603050405020304" pitchFamily="18" charset="0"/>
                <a:cs typeface="Times New Roman" panose="02020603050405020304" pitchFamily="18" charset="0"/>
              </a:rPr>
              <a:t>Thus, this system ensures that customers can confidently verify the legitimacy of products.</a:t>
            </a:r>
          </a:p>
          <a:p>
            <a:r>
              <a:rPr lang="en-US" sz="2400" dirty="0">
                <a:latin typeface="Times New Roman" panose="02020603050405020304" pitchFamily="18" charset="0"/>
                <a:cs typeface="Times New Roman" panose="02020603050405020304" pitchFamily="18" charset="0"/>
              </a:rPr>
              <a:t>The architecture simplifies the verification process, reduces the reliance on third parties, and enhances trust between manufacturer and consumer.</a:t>
            </a:r>
            <a:endParaRPr lang="en-IN" sz="2400" dirty="0">
              <a:latin typeface="Times New Roman" panose="02020603050405020304" pitchFamily="18" charset="0"/>
              <a:cs typeface="Times New Roman" panose="02020603050405020304" pitchFamily="18" charset="0"/>
            </a:endParaRPr>
          </a:p>
        </p:txBody>
      </p:sp>
      <p:pic>
        <p:nvPicPr>
          <p:cNvPr id="4" name="Image 0" descr="preencoded.png">
            <a:extLst>
              <a:ext uri="{FF2B5EF4-FFF2-40B4-BE49-F238E27FC236}">
                <a16:creationId xmlns:a16="http://schemas.microsoft.com/office/drawing/2014/main" id="{0D67DDDA-E743-FC9F-97A5-B67C9EB58123}"/>
              </a:ext>
            </a:extLst>
          </p:cNvPr>
          <p:cNvPicPr>
            <a:picLocks noChangeAspect="1"/>
          </p:cNvPicPr>
          <p:nvPr/>
        </p:nvPicPr>
        <p:blipFill>
          <a:blip r:embed="rId2"/>
          <a:stretch>
            <a:fillRect/>
          </a:stretch>
        </p:blipFill>
        <p:spPr>
          <a:xfrm>
            <a:off x="8135007" y="1"/>
            <a:ext cx="4056993" cy="6858000"/>
          </a:xfrm>
          <a:prstGeom prst="rect">
            <a:avLst/>
          </a:prstGeom>
        </p:spPr>
      </p:pic>
    </p:spTree>
    <p:extLst>
      <p:ext uri="{BB962C8B-B14F-4D97-AF65-F5344CB8AC3E}">
        <p14:creationId xmlns:p14="http://schemas.microsoft.com/office/powerpoint/2010/main" val="663252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10EB0-789B-A606-2749-467FC8DE615B}"/>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References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CC4EF8-2940-27E5-FDFA-ECEF8E9D290B}"/>
              </a:ext>
            </a:extLst>
          </p:cNvPr>
          <p:cNvSpPr>
            <a:spLocks noGrp="1"/>
          </p:cNvSpPr>
          <p:nvPr>
            <p:ph idx="1"/>
          </p:nvPr>
        </p:nvSpPr>
        <p:spPr>
          <a:xfrm>
            <a:off x="838200" y="1510314"/>
            <a:ext cx="10515600" cy="4351338"/>
          </a:xfrm>
        </p:spPr>
        <p:txBody>
          <a:bodyPr>
            <a:normAutofit fontScale="62500" lnSpcReduction="20000"/>
          </a:bodyPr>
          <a:lstStyle/>
          <a:p>
            <a:pPr>
              <a:lnSpc>
                <a:spcPct val="120000"/>
              </a:lnSpc>
            </a:pPr>
            <a:r>
              <a:rPr lang="en-IN" sz="2600" dirty="0" err="1">
                <a:latin typeface="Times New Roman" panose="02020603050405020304" pitchFamily="18" charset="0"/>
                <a:cs typeface="Times New Roman" panose="02020603050405020304" pitchFamily="18" charset="0"/>
              </a:rPr>
              <a:t>Da’u</a:t>
            </a:r>
            <a:r>
              <a:rPr lang="en-IN" sz="2600" dirty="0">
                <a:latin typeface="Times New Roman" panose="02020603050405020304" pitchFamily="18" charset="0"/>
                <a:cs typeface="Times New Roman" panose="02020603050405020304" pitchFamily="18" charset="0"/>
              </a:rPr>
              <a:t> and N. Salim, “Sentiment-Aware Deep Recommender System With Neural Attention Networks,” in IEEE Access, vol. 7, pp. 45472 45484, 2019.</a:t>
            </a:r>
          </a:p>
          <a:p>
            <a:pPr>
              <a:lnSpc>
                <a:spcPct val="120000"/>
              </a:lnSpc>
            </a:pPr>
            <a:r>
              <a:rPr lang="en-IN" sz="2600" dirty="0">
                <a:latin typeface="Times New Roman" panose="02020603050405020304" pitchFamily="18" charset="0"/>
                <a:cs typeface="Times New Roman" panose="02020603050405020304" pitchFamily="18" charset="0"/>
              </a:rPr>
              <a:t>M. Xu and S. Liu, “Semantic-Enhanced and Context-Aware Hybrid Collaborative Filtering for Event Recommendation in Event- Based Social Networks,” in IEEE Access, vol. 7, pp. 17493-17502, 2019. </a:t>
            </a:r>
          </a:p>
          <a:p>
            <a:pPr>
              <a:lnSpc>
                <a:spcPct val="120000"/>
              </a:lnSpc>
            </a:pPr>
            <a:r>
              <a:rPr lang="en-IN" sz="2600" dirty="0">
                <a:latin typeface="Times New Roman" panose="02020603050405020304" pitchFamily="18" charset="0"/>
                <a:cs typeface="Times New Roman" panose="02020603050405020304" pitchFamily="18" charset="0"/>
              </a:rPr>
              <a:t>S. Paul, J. I. Joy, S. Sarker, A. -. A. -. H. Shakib, S. Ahmed and A.K. Das, “Fake News Detection in Social Media using Blockchain,” 2019 7th International Conference on Smart Computing &amp; Communications (ICSCC), Sarawak, Malaysia, 2019, pp. 1-5. </a:t>
            </a:r>
          </a:p>
          <a:p>
            <a:pPr>
              <a:lnSpc>
                <a:spcPct val="120000"/>
              </a:lnSpc>
            </a:pPr>
            <a:r>
              <a:rPr lang="en-IN" sz="2600" dirty="0">
                <a:latin typeface="Times New Roman" panose="02020603050405020304" pitchFamily="18" charset="0"/>
                <a:cs typeface="Times New Roman" panose="02020603050405020304" pitchFamily="18" charset="0"/>
              </a:rPr>
              <a:t>Li ST, Pham TT and Chuang HC, “Do reviewers words affect predicting their helpfulness ratings? Locating helpful reviewers by linguistics styles”, Information and Management, vol. 56, pp. 28-38, 2019. </a:t>
            </a:r>
          </a:p>
          <a:p>
            <a:pPr>
              <a:lnSpc>
                <a:spcPct val="120000"/>
              </a:lnSpc>
            </a:pPr>
            <a:r>
              <a:rPr lang="en-IN" sz="2600" dirty="0">
                <a:latin typeface="Times New Roman" panose="02020603050405020304" pitchFamily="18" charset="0"/>
                <a:cs typeface="Times New Roman" panose="02020603050405020304" pitchFamily="18" charset="0"/>
              </a:rPr>
              <a:t>S. Chen, R. Shi, Z. Ren, J. Yan, Y. Shi and J. Zhang, “A Blockchain Based Supply Chain Quality Management Framework,” 2017 IEEE</a:t>
            </a:r>
            <a:r>
              <a:rPr lang="en-US" sz="2600" dirty="0">
                <a:latin typeface="Times New Roman" panose="02020603050405020304" pitchFamily="18" charset="0"/>
                <a:cs typeface="Times New Roman" panose="02020603050405020304" pitchFamily="18" charset="0"/>
              </a:rPr>
              <a:t>14th International Conference on e-Business Engineering (ICEBE), Shanghai, China, 2017, pp. 172-176. </a:t>
            </a:r>
          </a:p>
          <a:p>
            <a:pPr>
              <a:lnSpc>
                <a:spcPct val="120000"/>
              </a:lnSpc>
            </a:pPr>
            <a:r>
              <a:rPr lang="en-IN" sz="2600" dirty="0">
                <a:latin typeface="Times New Roman" panose="02020603050405020304" pitchFamily="18" charset="0"/>
                <a:cs typeface="Times New Roman" panose="02020603050405020304" pitchFamily="18" charset="0"/>
              </a:rPr>
              <a:t>Khalil, Ghaith, Robin Doss, and Morshed Chowdhury, “A Comparison Survey Study on RFID Based Anti-Counterfeiting Systems,” Journal of Sensor and Actuator Networks, Switzerland, vol.8, pp. 37, 2019. </a:t>
            </a:r>
          </a:p>
          <a:p>
            <a:pPr marL="0" indent="0">
              <a:buNone/>
            </a:pPr>
            <a:endParaRPr lang="en-IN" sz="2400" dirty="0"/>
          </a:p>
        </p:txBody>
      </p:sp>
    </p:spTree>
    <p:extLst>
      <p:ext uri="{BB962C8B-B14F-4D97-AF65-F5344CB8AC3E}">
        <p14:creationId xmlns:p14="http://schemas.microsoft.com/office/powerpoint/2010/main" val="2552630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80B5E-5F2C-B4AE-AE97-253E42CF45E7}"/>
              </a:ext>
            </a:extLst>
          </p:cNvPr>
          <p:cNvSpPr>
            <a:spLocks noGrp="1"/>
          </p:cNvSpPr>
          <p:nvPr>
            <p:ph type="title"/>
          </p:nvPr>
        </p:nvSpPr>
        <p:spPr>
          <a:xfrm>
            <a:off x="838200" y="2456683"/>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THANK YOU</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85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900</TotalTime>
  <Words>1573</Words>
  <Application>Microsoft Office PowerPoint</Application>
  <PresentationFormat>Widescreen</PresentationFormat>
  <Paragraphs>137</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Californian FB</vt:lpstr>
      <vt:lpstr>Candara</vt:lpstr>
      <vt:lpstr>Times New Roman</vt:lpstr>
      <vt:lpstr>Office Theme</vt:lpstr>
      <vt:lpstr>MAJOR PROJECT ON Identification of Counterfeit Products Using Blockchain Technology  </vt:lpstr>
      <vt:lpstr>List of Contents</vt:lpstr>
      <vt:lpstr>Problem Statement</vt:lpstr>
      <vt:lpstr>Abstract</vt:lpstr>
      <vt:lpstr>Existing System</vt:lpstr>
      <vt:lpstr>Advantages And Disadvantages of Existing System</vt:lpstr>
      <vt:lpstr>Proposed System</vt:lpstr>
      <vt:lpstr>Advantages And Disadvantages</vt:lpstr>
      <vt:lpstr>Software Requirements</vt:lpstr>
      <vt:lpstr>Hardware Requirements</vt:lpstr>
      <vt:lpstr>Modules</vt:lpstr>
      <vt:lpstr>Modules</vt:lpstr>
      <vt:lpstr>System Architecture</vt:lpstr>
      <vt:lpstr>UML Diagrams</vt:lpstr>
      <vt:lpstr>Use Case Diagram</vt:lpstr>
      <vt:lpstr>Class Diagram</vt:lpstr>
      <vt:lpstr>Activity Diagram</vt:lpstr>
      <vt:lpstr>SHA-256 Algorithm</vt:lpstr>
      <vt:lpstr>Steps</vt:lpstr>
      <vt:lpstr>Results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thatikonda ruchitha</dc:creator>
  <cp:lastModifiedBy>thatikonda ruchitha</cp:lastModifiedBy>
  <cp:revision>1</cp:revision>
  <dcterms:created xsi:type="dcterms:W3CDTF">2024-10-20T09:49:38Z</dcterms:created>
  <dcterms:modified xsi:type="dcterms:W3CDTF">2025-03-28T15:49:20Z</dcterms:modified>
</cp:coreProperties>
</file>